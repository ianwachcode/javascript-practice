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Roboto"/>
      <p:regular r:id="rId36"/>
      <p:bold r:id="rId37"/>
      <p:italic r:id="rId38"/>
      <p:boldItalic r:id="rId39"/>
    </p:embeddedFont>
    <p:embeddedFont>
      <p:font typeface="Playfair Display"/>
      <p:regular r:id="rId40"/>
      <p:bold r:id="rId41"/>
      <p:italic r:id="rId42"/>
      <p:boldItalic r:id="rId43"/>
    </p:embeddedFont>
    <p:embeddedFont>
      <p:font typeface="Montserrat"/>
      <p:regular r:id="rId44"/>
      <p:bold r:id="rId45"/>
      <p:italic r:id="rId46"/>
      <p:boldItalic r:id="rId47"/>
    </p:embeddedFont>
    <p:embeddedFont>
      <p:font typeface="Oswald"/>
      <p:regular r:id="rId48"/>
      <p:bold r:id="rId49"/>
    </p:embeddedFont>
    <p:embeddedFont>
      <p:font typeface="Roboto Mono"/>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layfairDisplay-regular.fntdata"/><Relationship Id="rId42" Type="http://schemas.openxmlformats.org/officeDocument/2006/relationships/font" Target="fonts/PlayfairDisplay-italic.fntdata"/><Relationship Id="rId41" Type="http://schemas.openxmlformats.org/officeDocument/2006/relationships/font" Target="fonts/PlayfairDisplay-bold.fntdata"/><Relationship Id="rId44" Type="http://schemas.openxmlformats.org/officeDocument/2006/relationships/font" Target="fonts/Montserrat-regular.fntdata"/><Relationship Id="rId43" Type="http://schemas.openxmlformats.org/officeDocument/2006/relationships/font" Target="fonts/PlayfairDisplay-boldItalic.fntdata"/><Relationship Id="rId46" Type="http://schemas.openxmlformats.org/officeDocument/2006/relationships/font" Target="fonts/Montserrat-italic.fntdata"/><Relationship Id="rId45" Type="http://schemas.openxmlformats.org/officeDocument/2006/relationships/font" Target="fonts/Montserrat-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Oswald-regular.fntdata"/><Relationship Id="rId47" Type="http://schemas.openxmlformats.org/officeDocument/2006/relationships/font" Target="fonts/Montserrat-boldItalic.fntdata"/><Relationship Id="rId49" Type="http://schemas.openxmlformats.org/officeDocument/2006/relationships/font" Target="fonts/Oswald-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font" Target="fonts/Roboto-bold.fntdata"/><Relationship Id="rId36" Type="http://schemas.openxmlformats.org/officeDocument/2006/relationships/font" Target="fonts/Roboto-regular.fntdata"/><Relationship Id="rId39" Type="http://schemas.openxmlformats.org/officeDocument/2006/relationships/font" Target="fonts/Roboto-boldItalic.fntdata"/><Relationship Id="rId38" Type="http://schemas.openxmlformats.org/officeDocument/2006/relationships/font" Target="fonts/Roboto-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Mono-bold.fntdata"/><Relationship Id="rId50" Type="http://schemas.openxmlformats.org/officeDocument/2006/relationships/font" Target="fonts/RobotoMono-regular.fntdata"/><Relationship Id="rId53" Type="http://schemas.openxmlformats.org/officeDocument/2006/relationships/font" Target="fonts/RobotoMono-boldItalic.fntdata"/><Relationship Id="rId52" Type="http://schemas.openxmlformats.org/officeDocument/2006/relationships/font" Target="fonts/RobotoMono-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b47f5c60bf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b47f5c60bf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b47f5c60bf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b47f5c60bf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b47f5c60bf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b47f5c60bf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b47f5c60bf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b47f5c60bf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b47f5c60bf_0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b47f5c60bf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b47f5c60bf_0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b47f5c60bf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b47f5c60bf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b47f5c60bf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b47f5c60bf_0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b47f5c60bf_0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b47f5c60bf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b47f5c60bf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b47f5c60bf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b47f5c60bf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b47f5c60bf_0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b47f5c60bf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b47f5c60bf_0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b47f5c60bf_0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b47f5c60bf_0_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b47f5c60bf_0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b47f5c60bf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b47f5c60bf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b47f5c60bf_0_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b47f5c60bf_0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b47f5c60bf_0_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b47f5c60bf_0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b47f5c60bf_0_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b47f5c60bf_0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b47f5c60bf_0_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b47f5c60bf_0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b47f5c60bf_0_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b47f5c60bf_0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b47f5c60bf_0_3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b47f5c60bf_0_3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b47f5c60bf_0_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b47f5c60bf_0_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b47f5c60bf_0_3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b47f5c60bf_0_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b47f5c60bf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b47f5c60bf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b47f5c60bf_0_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b47f5c60bf_0_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b47f5c60bf_0_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b47f5c60bf_0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b47f5c60bf_0_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b47f5c60bf_0_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b47f5c60bf_0_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b47f5c60bf_0_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b47f5c60bf_0_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b47f5c60bf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b47f5c60bf_0_4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b47f5c60bf_0_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4286250" y="0"/>
            <a:ext cx="723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4358475" y="0"/>
            <a:ext cx="38532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44250" y="1403850"/>
            <a:ext cx="8455500" cy="21468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6800"/>
              <a:buFont typeface="Playfair Display"/>
              <a:buNone/>
              <a:defRPr b="1" sz="6800">
                <a:latin typeface="Playfair Display"/>
                <a:ea typeface="Playfair Display"/>
                <a:cs typeface="Playfair Display"/>
                <a:sym typeface="Playfair Display"/>
              </a:defRPr>
            </a:lvl1pPr>
            <a:lvl2pPr lvl="1" algn="ctr">
              <a:spcBef>
                <a:spcPts val="0"/>
              </a:spcBef>
              <a:spcAft>
                <a:spcPts val="0"/>
              </a:spcAft>
              <a:buSzPts val="6800"/>
              <a:buFont typeface="Playfair Display"/>
              <a:buNone/>
              <a:defRPr b="1" sz="6800">
                <a:latin typeface="Playfair Display"/>
                <a:ea typeface="Playfair Display"/>
                <a:cs typeface="Playfair Display"/>
                <a:sym typeface="Playfair Display"/>
              </a:defRPr>
            </a:lvl2pPr>
            <a:lvl3pPr lvl="2" algn="ctr">
              <a:spcBef>
                <a:spcPts val="0"/>
              </a:spcBef>
              <a:spcAft>
                <a:spcPts val="0"/>
              </a:spcAft>
              <a:buSzPts val="6800"/>
              <a:buFont typeface="Playfair Display"/>
              <a:buNone/>
              <a:defRPr b="1" sz="6800">
                <a:latin typeface="Playfair Display"/>
                <a:ea typeface="Playfair Display"/>
                <a:cs typeface="Playfair Display"/>
                <a:sym typeface="Playfair Display"/>
              </a:defRPr>
            </a:lvl3pPr>
            <a:lvl4pPr lvl="3" algn="ctr">
              <a:spcBef>
                <a:spcPts val="0"/>
              </a:spcBef>
              <a:spcAft>
                <a:spcPts val="0"/>
              </a:spcAft>
              <a:buSzPts val="6800"/>
              <a:buFont typeface="Playfair Display"/>
              <a:buNone/>
              <a:defRPr b="1" sz="6800">
                <a:latin typeface="Playfair Display"/>
                <a:ea typeface="Playfair Display"/>
                <a:cs typeface="Playfair Display"/>
                <a:sym typeface="Playfair Display"/>
              </a:defRPr>
            </a:lvl4pPr>
            <a:lvl5pPr lvl="4" algn="ctr">
              <a:spcBef>
                <a:spcPts val="0"/>
              </a:spcBef>
              <a:spcAft>
                <a:spcPts val="0"/>
              </a:spcAft>
              <a:buSzPts val="6800"/>
              <a:buFont typeface="Playfair Display"/>
              <a:buNone/>
              <a:defRPr b="1" sz="6800">
                <a:latin typeface="Playfair Display"/>
                <a:ea typeface="Playfair Display"/>
                <a:cs typeface="Playfair Display"/>
                <a:sym typeface="Playfair Display"/>
              </a:defRPr>
            </a:lvl5pPr>
            <a:lvl6pPr lvl="5" algn="ctr">
              <a:spcBef>
                <a:spcPts val="0"/>
              </a:spcBef>
              <a:spcAft>
                <a:spcPts val="0"/>
              </a:spcAft>
              <a:buSzPts val="6800"/>
              <a:buFont typeface="Playfair Display"/>
              <a:buNone/>
              <a:defRPr b="1" sz="6800">
                <a:latin typeface="Playfair Display"/>
                <a:ea typeface="Playfair Display"/>
                <a:cs typeface="Playfair Display"/>
                <a:sym typeface="Playfair Display"/>
              </a:defRPr>
            </a:lvl6pPr>
            <a:lvl7pPr lvl="6" algn="ctr">
              <a:spcBef>
                <a:spcPts val="0"/>
              </a:spcBef>
              <a:spcAft>
                <a:spcPts val="0"/>
              </a:spcAft>
              <a:buSzPts val="6800"/>
              <a:buFont typeface="Playfair Display"/>
              <a:buNone/>
              <a:defRPr b="1" sz="6800">
                <a:latin typeface="Playfair Display"/>
                <a:ea typeface="Playfair Display"/>
                <a:cs typeface="Playfair Display"/>
                <a:sym typeface="Playfair Display"/>
              </a:defRPr>
            </a:lvl7pPr>
            <a:lvl8pPr lvl="7" algn="ctr">
              <a:spcBef>
                <a:spcPts val="0"/>
              </a:spcBef>
              <a:spcAft>
                <a:spcPts val="0"/>
              </a:spcAft>
              <a:buSzPts val="6800"/>
              <a:buFont typeface="Playfair Display"/>
              <a:buNone/>
              <a:defRPr b="1" sz="6800">
                <a:latin typeface="Playfair Display"/>
                <a:ea typeface="Playfair Display"/>
                <a:cs typeface="Playfair Display"/>
                <a:sym typeface="Playfair Display"/>
              </a:defRPr>
            </a:lvl8pPr>
            <a:lvl9pPr lvl="8" algn="ctr">
              <a:spcBef>
                <a:spcPts val="0"/>
              </a:spcBef>
              <a:spcAft>
                <a:spcPts val="0"/>
              </a:spcAft>
              <a:buSzPts val="6800"/>
              <a:buFont typeface="Playfair Display"/>
              <a:buNone/>
              <a:defRPr b="1" sz="6800">
                <a:latin typeface="Playfair Display"/>
                <a:ea typeface="Playfair Display"/>
                <a:cs typeface="Playfair Display"/>
                <a:sym typeface="Playfair Display"/>
              </a:defRPr>
            </a:lvl9pPr>
          </a:lstStyle>
          <a:p/>
        </p:txBody>
      </p:sp>
      <p:sp>
        <p:nvSpPr>
          <p:cNvPr id="13" name="Google Shape;13;p2"/>
          <p:cNvSpPr txBox="1"/>
          <p:nvPr>
            <p:ph idx="1" type="subTitle"/>
          </p:nvPr>
        </p:nvSpPr>
        <p:spPr>
          <a:xfrm>
            <a:off x="344250" y="3550650"/>
            <a:ext cx="4910100" cy="577800"/>
          </a:xfrm>
          <a:prstGeom prst="rect">
            <a:avLst/>
          </a:prstGeom>
          <a:solidFill>
            <a:schemeClr val="dk2"/>
          </a:solidFill>
        </p:spPr>
        <p:txBody>
          <a:bodyPr anchorCtr="0" anchor="ctr" bIns="91425" lIns="91425" spcFirstLastPara="1" rIns="91425" wrap="square" tIns="91425">
            <a:normAutofit/>
          </a:bodyPr>
          <a:lstStyle>
            <a:lvl1pPr lvl="0">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1pPr>
            <a:lvl2pPr lvl="1">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2pPr>
            <a:lvl3pPr lvl="2">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3pPr>
            <a:lvl4pPr lvl="3">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4pPr>
            <a:lvl5pPr lvl="4">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5pPr>
            <a:lvl6pPr lvl="5">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6pPr>
            <a:lvl7pPr lvl="6">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7pPr>
            <a:lvl8pPr lvl="7">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8pPr>
            <a:lvl9pPr lvl="8">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9pPr>
          </a:lstStyle>
          <a:p/>
        </p:txBody>
      </p:sp>
      <p:sp>
        <p:nvSpPr>
          <p:cNvPr id="14" name="Google Shape;14;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4"/>
        </a:solidFill>
      </p:bgPr>
    </p:bg>
    <p:spTree>
      <p:nvGrpSpPr>
        <p:cNvPr id="15" name="Shape 15"/>
        <p:cNvGrpSpPr/>
        <p:nvPr/>
      </p:nvGrpSpPr>
      <p:grpSpPr>
        <a:xfrm>
          <a:off x="0" y="0"/>
          <a:ext cx="0" cy="0"/>
          <a:chOff x="0" y="0"/>
          <a:chExt cx="0" cy="0"/>
        </a:xfrm>
      </p:grpSpPr>
      <p:sp>
        <p:nvSpPr>
          <p:cNvPr id="16" name="Google Shape;16;p3"/>
          <p:cNvSpPr/>
          <p:nvPr/>
        </p:nvSpPr>
        <p:spPr>
          <a:xfrm rot="5400000">
            <a:off x="4550700" y="-498600"/>
            <a:ext cx="42600" cy="845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txBox="1"/>
          <p:nvPr>
            <p:ph type="title"/>
          </p:nvPr>
        </p:nvSpPr>
        <p:spPr>
          <a:xfrm>
            <a:off x="344250" y="1403850"/>
            <a:ext cx="8455500" cy="21468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4800"/>
              <a:buFont typeface="Playfair Display"/>
              <a:buNone/>
              <a:defRPr b="1" sz="4800">
                <a:latin typeface="Playfair Display"/>
                <a:ea typeface="Playfair Display"/>
                <a:cs typeface="Playfair Display"/>
                <a:sym typeface="Playfair Display"/>
              </a:defRPr>
            </a:lvl1pPr>
            <a:lvl2pPr lvl="1" algn="ctr">
              <a:spcBef>
                <a:spcPts val="0"/>
              </a:spcBef>
              <a:spcAft>
                <a:spcPts val="0"/>
              </a:spcAft>
              <a:buSzPts val="4800"/>
              <a:buFont typeface="Playfair Display"/>
              <a:buNone/>
              <a:defRPr b="1" sz="4800">
                <a:latin typeface="Playfair Display"/>
                <a:ea typeface="Playfair Display"/>
                <a:cs typeface="Playfair Display"/>
                <a:sym typeface="Playfair Display"/>
              </a:defRPr>
            </a:lvl2pPr>
            <a:lvl3pPr lvl="2" algn="ctr">
              <a:spcBef>
                <a:spcPts val="0"/>
              </a:spcBef>
              <a:spcAft>
                <a:spcPts val="0"/>
              </a:spcAft>
              <a:buSzPts val="4800"/>
              <a:buFont typeface="Playfair Display"/>
              <a:buNone/>
              <a:defRPr b="1" sz="4800">
                <a:latin typeface="Playfair Display"/>
                <a:ea typeface="Playfair Display"/>
                <a:cs typeface="Playfair Display"/>
                <a:sym typeface="Playfair Display"/>
              </a:defRPr>
            </a:lvl3pPr>
            <a:lvl4pPr lvl="3" algn="ctr">
              <a:spcBef>
                <a:spcPts val="0"/>
              </a:spcBef>
              <a:spcAft>
                <a:spcPts val="0"/>
              </a:spcAft>
              <a:buSzPts val="4800"/>
              <a:buFont typeface="Playfair Display"/>
              <a:buNone/>
              <a:defRPr b="1" sz="4800">
                <a:latin typeface="Playfair Display"/>
                <a:ea typeface="Playfair Display"/>
                <a:cs typeface="Playfair Display"/>
                <a:sym typeface="Playfair Display"/>
              </a:defRPr>
            </a:lvl4pPr>
            <a:lvl5pPr lvl="4" algn="ctr">
              <a:spcBef>
                <a:spcPts val="0"/>
              </a:spcBef>
              <a:spcAft>
                <a:spcPts val="0"/>
              </a:spcAft>
              <a:buSzPts val="4800"/>
              <a:buFont typeface="Playfair Display"/>
              <a:buNone/>
              <a:defRPr b="1" sz="4800">
                <a:latin typeface="Playfair Display"/>
                <a:ea typeface="Playfair Display"/>
                <a:cs typeface="Playfair Display"/>
                <a:sym typeface="Playfair Display"/>
              </a:defRPr>
            </a:lvl5pPr>
            <a:lvl6pPr lvl="5" algn="ctr">
              <a:spcBef>
                <a:spcPts val="0"/>
              </a:spcBef>
              <a:spcAft>
                <a:spcPts val="0"/>
              </a:spcAft>
              <a:buSzPts val="4800"/>
              <a:buFont typeface="Playfair Display"/>
              <a:buNone/>
              <a:defRPr b="1" sz="4800">
                <a:latin typeface="Playfair Display"/>
                <a:ea typeface="Playfair Display"/>
                <a:cs typeface="Playfair Display"/>
                <a:sym typeface="Playfair Display"/>
              </a:defRPr>
            </a:lvl6pPr>
            <a:lvl7pPr lvl="6" algn="ctr">
              <a:spcBef>
                <a:spcPts val="0"/>
              </a:spcBef>
              <a:spcAft>
                <a:spcPts val="0"/>
              </a:spcAft>
              <a:buSzPts val="4800"/>
              <a:buFont typeface="Playfair Display"/>
              <a:buNone/>
              <a:defRPr b="1" sz="4800">
                <a:latin typeface="Playfair Display"/>
                <a:ea typeface="Playfair Display"/>
                <a:cs typeface="Playfair Display"/>
                <a:sym typeface="Playfair Display"/>
              </a:defRPr>
            </a:lvl7pPr>
            <a:lvl8pPr lvl="7" algn="ctr">
              <a:spcBef>
                <a:spcPts val="0"/>
              </a:spcBef>
              <a:spcAft>
                <a:spcPts val="0"/>
              </a:spcAft>
              <a:buSzPts val="4800"/>
              <a:buFont typeface="Playfair Display"/>
              <a:buNone/>
              <a:defRPr b="1" sz="4800">
                <a:latin typeface="Playfair Display"/>
                <a:ea typeface="Playfair Display"/>
                <a:cs typeface="Playfair Display"/>
                <a:sym typeface="Playfair Display"/>
              </a:defRPr>
            </a:lvl8pPr>
            <a:lvl9pPr lvl="8" algn="ctr">
              <a:spcBef>
                <a:spcPts val="0"/>
              </a:spcBef>
              <a:spcAft>
                <a:spcPts val="0"/>
              </a:spcAft>
              <a:buSzPts val="4800"/>
              <a:buFont typeface="Playfair Display"/>
              <a:buNone/>
              <a:defRPr b="1" sz="4800">
                <a:latin typeface="Playfair Display"/>
                <a:ea typeface="Playfair Display"/>
                <a:cs typeface="Playfair Display"/>
                <a:sym typeface="Playfair Display"/>
              </a:defRPr>
            </a:lvl9pPr>
          </a:lstStyle>
          <a:p/>
        </p:txBody>
      </p:sp>
      <p:sp>
        <p:nvSpPr>
          <p:cNvPr id="18" name="Google Shape;18;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1" name="Google Shape;21;p4"/>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5" name="Google Shape;25;p5"/>
          <p:cNvSpPr txBox="1"/>
          <p:nvPr>
            <p:ph idx="1" type="body"/>
          </p:nvPr>
        </p:nvSpPr>
        <p:spPr>
          <a:xfrm>
            <a:off x="311700" y="1234050"/>
            <a:ext cx="3999900" cy="33348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234050"/>
            <a:ext cx="3999900" cy="33348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0" name="Google Shape;30;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1pPr>
            <a:lvl2pPr lvl="1">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2pPr>
            <a:lvl3pPr lvl="2">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3pPr>
            <a:lvl4pPr lvl="3">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4pPr>
            <a:lvl5pPr lvl="4">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5pPr>
            <a:lvl6pPr lvl="5">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6pPr>
            <a:lvl7pPr lvl="6">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7pPr>
            <a:lvl8pPr lvl="7">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8pPr>
            <a:lvl9pPr lvl="8">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9pPr>
          </a:lstStyle>
          <a:p/>
        </p:txBody>
      </p:sp>
      <p:sp>
        <p:nvSpPr>
          <p:cNvPr id="37" name="Google Shape;37;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9"/>
          <p:cNvSpPr txBox="1"/>
          <p:nvPr>
            <p:ph type="title"/>
          </p:nvPr>
        </p:nvSpPr>
        <p:spPr>
          <a:xfrm>
            <a:off x="265500" y="1081675"/>
            <a:ext cx="4045200" cy="1786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highlight>
                  <a:schemeClr val="lt1"/>
                </a:highlight>
              </a:defRPr>
            </a:lvl1pPr>
            <a:lvl2pPr indent="-317500" lvl="1" marL="914400">
              <a:spcBef>
                <a:spcPts val="0"/>
              </a:spcBef>
              <a:spcAft>
                <a:spcPts val="0"/>
              </a:spcAft>
              <a:buSzPts val="1400"/>
              <a:buChar char="○"/>
              <a:defRPr>
                <a:highlight>
                  <a:schemeClr val="lt1"/>
                </a:highlight>
              </a:defRPr>
            </a:lvl2pPr>
            <a:lvl3pPr indent="-317500" lvl="2" marL="1371600">
              <a:spcBef>
                <a:spcPts val="0"/>
              </a:spcBef>
              <a:spcAft>
                <a:spcPts val="0"/>
              </a:spcAft>
              <a:buSzPts val="1400"/>
              <a:buChar char="■"/>
              <a:defRPr>
                <a:highlight>
                  <a:schemeClr val="lt1"/>
                </a:highlight>
              </a:defRPr>
            </a:lvl3pPr>
            <a:lvl4pPr indent="-317500" lvl="3" marL="1828800">
              <a:spcBef>
                <a:spcPts val="0"/>
              </a:spcBef>
              <a:spcAft>
                <a:spcPts val="0"/>
              </a:spcAft>
              <a:buSzPts val="1400"/>
              <a:buChar char="●"/>
              <a:defRPr>
                <a:highlight>
                  <a:schemeClr val="lt1"/>
                </a:highlight>
              </a:defRPr>
            </a:lvl4pPr>
            <a:lvl5pPr indent="-317500" lvl="4" marL="2286000">
              <a:spcBef>
                <a:spcPts val="0"/>
              </a:spcBef>
              <a:spcAft>
                <a:spcPts val="0"/>
              </a:spcAft>
              <a:buSzPts val="1400"/>
              <a:buChar char="○"/>
              <a:defRPr>
                <a:highlight>
                  <a:schemeClr val="lt1"/>
                </a:highlight>
              </a:defRPr>
            </a:lvl5pPr>
            <a:lvl6pPr indent="-317500" lvl="5" marL="2743200">
              <a:spcBef>
                <a:spcPts val="0"/>
              </a:spcBef>
              <a:spcAft>
                <a:spcPts val="0"/>
              </a:spcAft>
              <a:buSzPts val="1400"/>
              <a:buChar char="■"/>
              <a:defRPr>
                <a:highlight>
                  <a:schemeClr val="lt1"/>
                </a:highlight>
              </a:defRPr>
            </a:lvl6pPr>
            <a:lvl7pPr indent="-317500" lvl="6" marL="3200400">
              <a:spcBef>
                <a:spcPts val="0"/>
              </a:spcBef>
              <a:spcAft>
                <a:spcPts val="0"/>
              </a:spcAft>
              <a:buSzPts val="1400"/>
              <a:buChar char="●"/>
              <a:defRPr>
                <a:highlight>
                  <a:schemeClr val="lt1"/>
                </a:highlight>
              </a:defRPr>
            </a:lvl7pPr>
            <a:lvl8pPr indent="-317500" lvl="7" marL="3657600">
              <a:spcBef>
                <a:spcPts val="0"/>
              </a:spcBef>
              <a:spcAft>
                <a:spcPts val="0"/>
              </a:spcAft>
              <a:buSzPts val="1400"/>
              <a:buChar char="○"/>
              <a:defRPr>
                <a:highlight>
                  <a:schemeClr val="lt1"/>
                </a:highlight>
              </a:defRPr>
            </a:lvl8pPr>
            <a:lvl9pPr indent="-317500" lvl="8" marL="4114800">
              <a:spcBef>
                <a:spcPts val="0"/>
              </a:spcBef>
              <a:spcAft>
                <a:spcPts val="0"/>
              </a:spcAft>
              <a:buSzPts val="1400"/>
              <a:buChar char="■"/>
              <a:defRPr>
                <a:highlight>
                  <a:schemeClr val="lt1"/>
                </a:highlight>
              </a:defRPr>
            </a:lvl9pPr>
          </a:lstStyle>
          <a:p/>
        </p:txBody>
      </p:sp>
      <p:sp>
        <p:nvSpPr>
          <p:cNvPr id="44" name="Google Shape;44;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highlight>
                  <a:schemeClr val="dk1"/>
                </a:highlight>
              </a:defRPr>
            </a:lvl1pPr>
          </a:lstStyle>
          <a:p/>
        </p:txBody>
      </p:sp>
      <p:sp>
        <p:nvSpPr>
          <p:cNvPr id="47" name="Google Shape;47;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txBox="1"/>
          <p:nvPr>
            <p:ph hasCustomPrompt="1" type="title"/>
          </p:nvPr>
        </p:nvSpPr>
        <p:spPr>
          <a:xfrm>
            <a:off x="311700" y="999925"/>
            <a:ext cx="8520600" cy="2146200"/>
          </a:xfrm>
          <a:prstGeom prst="rect">
            <a:avLst/>
          </a:prstGeom>
        </p:spPr>
        <p:txBody>
          <a:bodyPr anchorCtr="0" anchor="b" bIns="91425" lIns="91425" spcFirstLastPara="1" rIns="91425" wrap="square" tIns="91425">
            <a:normAutofit/>
          </a:bodyPr>
          <a:lstStyle>
            <a:lvl1pPr lvl="0" algn="ctr">
              <a:spcBef>
                <a:spcPts val="0"/>
              </a:spcBef>
              <a:spcAft>
                <a:spcPts val="0"/>
              </a:spcAft>
              <a:buSzPts val="14000"/>
              <a:buFont typeface="Montserrat"/>
              <a:buNone/>
              <a:defRPr sz="14000">
                <a:latin typeface="Montserrat"/>
                <a:ea typeface="Montserrat"/>
                <a:cs typeface="Montserrat"/>
                <a:sym typeface="Montserrat"/>
              </a:defRPr>
            </a:lvl1pPr>
            <a:lvl2pPr lvl="1" algn="ctr">
              <a:spcBef>
                <a:spcPts val="0"/>
              </a:spcBef>
              <a:spcAft>
                <a:spcPts val="0"/>
              </a:spcAft>
              <a:buSzPts val="14000"/>
              <a:buFont typeface="Montserrat"/>
              <a:buNone/>
              <a:defRPr sz="14000">
                <a:latin typeface="Montserrat"/>
                <a:ea typeface="Montserrat"/>
                <a:cs typeface="Montserrat"/>
                <a:sym typeface="Montserrat"/>
              </a:defRPr>
            </a:lvl2pPr>
            <a:lvl3pPr lvl="2" algn="ctr">
              <a:spcBef>
                <a:spcPts val="0"/>
              </a:spcBef>
              <a:spcAft>
                <a:spcPts val="0"/>
              </a:spcAft>
              <a:buSzPts val="14000"/>
              <a:buFont typeface="Montserrat"/>
              <a:buNone/>
              <a:defRPr sz="14000">
                <a:latin typeface="Montserrat"/>
                <a:ea typeface="Montserrat"/>
                <a:cs typeface="Montserrat"/>
                <a:sym typeface="Montserrat"/>
              </a:defRPr>
            </a:lvl3pPr>
            <a:lvl4pPr lvl="3" algn="ctr">
              <a:spcBef>
                <a:spcPts val="0"/>
              </a:spcBef>
              <a:spcAft>
                <a:spcPts val="0"/>
              </a:spcAft>
              <a:buSzPts val="14000"/>
              <a:buFont typeface="Montserrat"/>
              <a:buNone/>
              <a:defRPr sz="14000">
                <a:latin typeface="Montserrat"/>
                <a:ea typeface="Montserrat"/>
                <a:cs typeface="Montserrat"/>
                <a:sym typeface="Montserrat"/>
              </a:defRPr>
            </a:lvl4pPr>
            <a:lvl5pPr lvl="4" algn="ctr">
              <a:spcBef>
                <a:spcPts val="0"/>
              </a:spcBef>
              <a:spcAft>
                <a:spcPts val="0"/>
              </a:spcAft>
              <a:buSzPts val="14000"/>
              <a:buFont typeface="Montserrat"/>
              <a:buNone/>
              <a:defRPr sz="14000">
                <a:latin typeface="Montserrat"/>
                <a:ea typeface="Montserrat"/>
                <a:cs typeface="Montserrat"/>
                <a:sym typeface="Montserrat"/>
              </a:defRPr>
            </a:lvl5pPr>
            <a:lvl6pPr lvl="5" algn="ctr">
              <a:spcBef>
                <a:spcPts val="0"/>
              </a:spcBef>
              <a:spcAft>
                <a:spcPts val="0"/>
              </a:spcAft>
              <a:buSzPts val="14000"/>
              <a:buFont typeface="Montserrat"/>
              <a:buNone/>
              <a:defRPr sz="14000">
                <a:latin typeface="Montserrat"/>
                <a:ea typeface="Montserrat"/>
                <a:cs typeface="Montserrat"/>
                <a:sym typeface="Montserrat"/>
              </a:defRPr>
            </a:lvl6pPr>
            <a:lvl7pPr lvl="6" algn="ctr">
              <a:spcBef>
                <a:spcPts val="0"/>
              </a:spcBef>
              <a:spcAft>
                <a:spcPts val="0"/>
              </a:spcAft>
              <a:buSzPts val="14000"/>
              <a:buFont typeface="Montserrat"/>
              <a:buNone/>
              <a:defRPr sz="14000">
                <a:latin typeface="Montserrat"/>
                <a:ea typeface="Montserrat"/>
                <a:cs typeface="Montserrat"/>
                <a:sym typeface="Montserrat"/>
              </a:defRPr>
            </a:lvl7pPr>
            <a:lvl8pPr lvl="7" algn="ctr">
              <a:spcBef>
                <a:spcPts val="0"/>
              </a:spcBef>
              <a:spcAft>
                <a:spcPts val="0"/>
              </a:spcAft>
              <a:buSzPts val="14000"/>
              <a:buFont typeface="Montserrat"/>
              <a:buNone/>
              <a:defRPr sz="14000">
                <a:latin typeface="Montserrat"/>
                <a:ea typeface="Montserrat"/>
                <a:cs typeface="Montserrat"/>
                <a:sym typeface="Montserrat"/>
              </a:defRPr>
            </a:lvl8pPr>
            <a:lvl9pPr lvl="8" algn="ctr">
              <a:spcBef>
                <a:spcPts val="0"/>
              </a:spcBef>
              <a:spcAft>
                <a:spcPts val="0"/>
              </a:spcAft>
              <a:buSzPts val="14000"/>
              <a:buFont typeface="Montserrat"/>
              <a:buNone/>
              <a:defRPr sz="14000">
                <a:latin typeface="Montserrat"/>
                <a:ea typeface="Montserrat"/>
                <a:cs typeface="Montserrat"/>
                <a:sym typeface="Montserrat"/>
              </a:defRPr>
            </a:lvl9pPr>
          </a:lstStyle>
          <a:p>
            <a:r>
              <a:t>xx%</a:t>
            </a:r>
          </a:p>
        </p:txBody>
      </p:sp>
      <p:sp>
        <p:nvSpPr>
          <p:cNvPr id="50" name="Google Shape;50;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highlight>
                  <a:schemeClr val="dk1"/>
                </a:highlight>
              </a:defRPr>
            </a:lvl1pPr>
            <a:lvl2pPr indent="-317500" lvl="1" marL="914400" algn="ctr">
              <a:spcBef>
                <a:spcPts val="0"/>
              </a:spcBef>
              <a:spcAft>
                <a:spcPts val="0"/>
              </a:spcAft>
              <a:buSzPts val="1400"/>
              <a:buChar char="○"/>
              <a:defRPr>
                <a:highlight>
                  <a:schemeClr val="dk1"/>
                </a:highlight>
              </a:defRPr>
            </a:lvl2pPr>
            <a:lvl3pPr indent="-317500" lvl="2" marL="1371600" algn="ctr">
              <a:spcBef>
                <a:spcPts val="0"/>
              </a:spcBef>
              <a:spcAft>
                <a:spcPts val="0"/>
              </a:spcAft>
              <a:buSzPts val="1400"/>
              <a:buChar char="■"/>
              <a:defRPr>
                <a:highlight>
                  <a:schemeClr val="dk1"/>
                </a:highlight>
              </a:defRPr>
            </a:lvl3pPr>
            <a:lvl4pPr indent="-317500" lvl="3" marL="1828800" algn="ctr">
              <a:spcBef>
                <a:spcPts val="0"/>
              </a:spcBef>
              <a:spcAft>
                <a:spcPts val="0"/>
              </a:spcAft>
              <a:buSzPts val="1400"/>
              <a:buChar char="●"/>
              <a:defRPr>
                <a:highlight>
                  <a:schemeClr val="dk1"/>
                </a:highlight>
              </a:defRPr>
            </a:lvl4pPr>
            <a:lvl5pPr indent="-317500" lvl="4" marL="2286000" algn="ctr">
              <a:spcBef>
                <a:spcPts val="0"/>
              </a:spcBef>
              <a:spcAft>
                <a:spcPts val="0"/>
              </a:spcAft>
              <a:buSzPts val="1400"/>
              <a:buChar char="○"/>
              <a:defRPr>
                <a:highlight>
                  <a:schemeClr val="dk1"/>
                </a:highlight>
              </a:defRPr>
            </a:lvl5pPr>
            <a:lvl6pPr indent="-317500" lvl="5" marL="2743200" algn="ctr">
              <a:spcBef>
                <a:spcPts val="0"/>
              </a:spcBef>
              <a:spcAft>
                <a:spcPts val="0"/>
              </a:spcAft>
              <a:buSzPts val="1400"/>
              <a:buChar char="■"/>
              <a:defRPr>
                <a:highlight>
                  <a:schemeClr val="dk1"/>
                </a:highlight>
              </a:defRPr>
            </a:lvl6pPr>
            <a:lvl7pPr indent="-317500" lvl="6" marL="3200400" algn="ctr">
              <a:spcBef>
                <a:spcPts val="0"/>
              </a:spcBef>
              <a:spcAft>
                <a:spcPts val="0"/>
              </a:spcAft>
              <a:buSzPts val="1400"/>
              <a:buChar char="●"/>
              <a:defRPr>
                <a:highlight>
                  <a:schemeClr val="dk1"/>
                </a:highlight>
              </a:defRPr>
            </a:lvl7pPr>
            <a:lvl8pPr indent="-317500" lvl="7" marL="3657600" algn="ctr">
              <a:spcBef>
                <a:spcPts val="0"/>
              </a:spcBef>
              <a:spcAft>
                <a:spcPts val="0"/>
              </a:spcAft>
              <a:buSzPts val="1400"/>
              <a:buChar char="○"/>
              <a:defRPr>
                <a:highlight>
                  <a:schemeClr val="dk1"/>
                </a:highlight>
              </a:defRPr>
            </a:lvl8pPr>
            <a:lvl9pPr indent="-317500" lvl="8" marL="4114800" algn="ctr">
              <a:spcBef>
                <a:spcPts val="0"/>
              </a:spcBef>
              <a:spcAft>
                <a:spcPts val="0"/>
              </a:spcAft>
              <a:buSzPts val="1400"/>
              <a:buChar char="■"/>
              <a:defRPr>
                <a:highlight>
                  <a:schemeClr val="dk1"/>
                </a:highlight>
              </a:defRPr>
            </a:lvl9pPr>
          </a:lstStyle>
          <a:p/>
        </p:txBody>
      </p:sp>
      <p:sp>
        <p:nvSpPr>
          <p:cNvPr id="51" name="Google Shape;51;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op">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9pPr>
          </a:lstStyle>
          <a:p/>
        </p:txBody>
      </p:sp>
      <p:sp>
        <p:nvSpPr>
          <p:cNvPr id="7" name="Google Shape;7;p1"/>
          <p:cNvSpPr txBox="1"/>
          <p:nvPr>
            <p:ph idx="1" type="body"/>
          </p:nvPr>
        </p:nvSpPr>
        <p:spPr>
          <a:xfrm>
            <a:off x="311700" y="1234075"/>
            <a:ext cx="8520600" cy="33348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Playfair Display"/>
              <a:buChar char="●"/>
              <a:defRPr sz="1800">
                <a:solidFill>
                  <a:schemeClr val="dk2"/>
                </a:solidFill>
                <a:latin typeface="Playfair Display"/>
                <a:ea typeface="Playfair Display"/>
                <a:cs typeface="Playfair Display"/>
                <a:sym typeface="Playfair Display"/>
              </a:defRPr>
            </a:lvl1pPr>
            <a:lvl2pPr indent="-317500" lvl="1" marL="9144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2pPr>
            <a:lvl3pPr indent="-317500" lvl="2" marL="13716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3pPr>
            <a:lvl4pPr indent="-317500" lvl="3" marL="18288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4pPr>
            <a:lvl5pPr indent="-317500" lvl="4" marL="22860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5pPr>
            <a:lvl6pPr indent="-317500" lvl="5" marL="27432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6pPr>
            <a:lvl7pPr indent="-317500" lvl="6" marL="32004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7pPr>
            <a:lvl8pPr indent="-317500" lvl="7" marL="36576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8pPr>
            <a:lvl9pPr indent="-317500" lvl="8" marL="41148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Playfair Display"/>
                <a:ea typeface="Playfair Display"/>
                <a:cs typeface="Playfair Display"/>
                <a:sym typeface="Playfair Display"/>
              </a:defRPr>
            </a:lvl1pPr>
            <a:lvl2pPr lvl="1" algn="r">
              <a:buNone/>
              <a:defRPr sz="1000">
                <a:solidFill>
                  <a:schemeClr val="dk2"/>
                </a:solidFill>
                <a:latin typeface="Playfair Display"/>
                <a:ea typeface="Playfair Display"/>
                <a:cs typeface="Playfair Display"/>
                <a:sym typeface="Playfair Display"/>
              </a:defRPr>
            </a:lvl2pPr>
            <a:lvl3pPr lvl="2" algn="r">
              <a:buNone/>
              <a:defRPr sz="1000">
                <a:solidFill>
                  <a:schemeClr val="dk2"/>
                </a:solidFill>
                <a:latin typeface="Playfair Display"/>
                <a:ea typeface="Playfair Display"/>
                <a:cs typeface="Playfair Display"/>
                <a:sym typeface="Playfair Display"/>
              </a:defRPr>
            </a:lvl3pPr>
            <a:lvl4pPr lvl="3" algn="r">
              <a:buNone/>
              <a:defRPr sz="1000">
                <a:solidFill>
                  <a:schemeClr val="dk2"/>
                </a:solidFill>
                <a:latin typeface="Playfair Display"/>
                <a:ea typeface="Playfair Display"/>
                <a:cs typeface="Playfair Display"/>
                <a:sym typeface="Playfair Display"/>
              </a:defRPr>
            </a:lvl4pPr>
            <a:lvl5pPr lvl="4" algn="r">
              <a:buNone/>
              <a:defRPr sz="1000">
                <a:solidFill>
                  <a:schemeClr val="dk2"/>
                </a:solidFill>
                <a:latin typeface="Playfair Display"/>
                <a:ea typeface="Playfair Display"/>
                <a:cs typeface="Playfair Display"/>
                <a:sym typeface="Playfair Display"/>
              </a:defRPr>
            </a:lvl5pPr>
            <a:lvl6pPr lvl="5" algn="r">
              <a:buNone/>
              <a:defRPr sz="1000">
                <a:solidFill>
                  <a:schemeClr val="dk2"/>
                </a:solidFill>
                <a:latin typeface="Playfair Display"/>
                <a:ea typeface="Playfair Display"/>
                <a:cs typeface="Playfair Display"/>
                <a:sym typeface="Playfair Display"/>
              </a:defRPr>
            </a:lvl6pPr>
            <a:lvl7pPr lvl="6" algn="r">
              <a:buNone/>
              <a:defRPr sz="1000">
                <a:solidFill>
                  <a:schemeClr val="dk2"/>
                </a:solidFill>
                <a:latin typeface="Playfair Display"/>
                <a:ea typeface="Playfair Display"/>
                <a:cs typeface="Playfair Display"/>
                <a:sym typeface="Playfair Display"/>
              </a:defRPr>
            </a:lvl7pPr>
            <a:lvl8pPr lvl="7" algn="r">
              <a:buNone/>
              <a:defRPr sz="1000">
                <a:solidFill>
                  <a:schemeClr val="dk2"/>
                </a:solidFill>
                <a:latin typeface="Playfair Display"/>
                <a:ea typeface="Playfair Display"/>
                <a:cs typeface="Playfair Display"/>
                <a:sym typeface="Playfair Display"/>
              </a:defRPr>
            </a:lvl8pPr>
            <a:lvl9pPr lvl="8" algn="r">
              <a:buNone/>
              <a:defRPr sz="1000">
                <a:solidFill>
                  <a:schemeClr val="dk2"/>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www.google.com/search?q=relative+paths&amp;oq=absolute+paths&amp;gs_lcrp=EgZjaHJvbWUyCQgAEEUYORiABDIHCAEQABiABDIHCAIQABiABDIHCAMQABiABDIHCAQQABiABDIICAUQABgWGB4yCAgGEAAYFhgeMggIBxAAGBYYHjIICAgQABgWGB4yCAgJEAAYFhge0gEKMTAwOThqMGoxNagCCLACAfEFnxCQJyKz7Wk&amp;sourceid=chrome&amp;ie=UTF-8&amp;mstk=AUtExfCEiR_eq-N2yhr3c0Poyjsi_ZsO-S158AymgfVJ1DfAWLNG-GyyuppL4IidzvRBUhcGP6NO6jfyd79cTcDVo7bnYnTfxR6OJut4xLE7eXoMSiPP5CCVK10BOTK7iLzrmM3D4e2iHg3c9FtwW9V8kYVz8GEe7pnT2BOnHaR-RvlKtTNNkAiYxPuMHVMtf0J39Y9X3rI53ighcG7aEGsW68zHV2d0dZJ8WByvF3UH_tANkO1KtTAIAOMdP0Sa8J3Azeusc-qu4qvuA-__CGF8ebWc&amp;csui=3&amp;ved=2ahUKEwin-ujug_ORAxXOHXcKHVf6B7kQgK4QegQIARAD"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3"/>
          <p:cNvSpPr txBox="1"/>
          <p:nvPr>
            <p:ph type="ctrTitle"/>
          </p:nvPr>
        </p:nvSpPr>
        <p:spPr>
          <a:xfrm>
            <a:off x="344250" y="1403850"/>
            <a:ext cx="8455500" cy="2146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JAVA SCRIPT</a:t>
            </a:r>
            <a:endParaRPr/>
          </a:p>
        </p:txBody>
      </p:sp>
      <p:sp>
        <p:nvSpPr>
          <p:cNvPr id="59" name="Google Shape;59;p13"/>
          <p:cNvSpPr txBox="1"/>
          <p:nvPr>
            <p:ph idx="1" type="subTitle"/>
          </p:nvPr>
        </p:nvSpPr>
        <p:spPr>
          <a:xfrm>
            <a:off x="344250" y="3550650"/>
            <a:ext cx="4910100" cy="577800"/>
          </a:xfrm>
          <a:prstGeom prst="rect">
            <a:avLst/>
          </a:prstGeom>
        </p:spPr>
        <p:txBody>
          <a:bodyPr anchorCtr="0" anchor="ctr" bIns="91425" lIns="91425" spcFirstLastPara="1" rIns="91425" wrap="square" tIns="91425">
            <a:normAutofit fontScale="62500" lnSpcReduction="20000"/>
          </a:bodyPr>
          <a:lstStyle/>
          <a:p>
            <a:pPr indent="0" lvl="0" marL="0" rtl="0" algn="l">
              <a:spcBef>
                <a:spcPts val="0"/>
              </a:spcBef>
              <a:spcAft>
                <a:spcPts val="0"/>
              </a:spcAft>
              <a:buNone/>
            </a:pPr>
            <a:r>
              <a:rPr lang="en"/>
              <a:t>Fundamentals.</a:t>
            </a:r>
            <a:endParaRPr/>
          </a:p>
          <a:p>
            <a:pPr indent="0" lvl="0" marL="0" rtl="0" algn="l">
              <a:spcBef>
                <a:spcPts val="0"/>
              </a:spcBef>
              <a:spcAft>
                <a:spcPts val="0"/>
              </a:spcAft>
              <a:buNone/>
            </a:pPr>
            <a:r>
              <a:t/>
            </a:r>
            <a:endParaRPr/>
          </a:p>
        </p:txBody>
      </p:sp>
      <p:sp>
        <p:nvSpPr>
          <p:cNvPr id="60" name="Google Shape;60;p13"/>
          <p:cNvSpPr txBox="1"/>
          <p:nvPr/>
        </p:nvSpPr>
        <p:spPr>
          <a:xfrm>
            <a:off x="2741550" y="4538875"/>
            <a:ext cx="5425200" cy="67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Playfair Display"/>
                <a:ea typeface="Playfair Display"/>
                <a:cs typeface="Playfair Display"/>
                <a:sym typeface="Playfair Display"/>
              </a:rPr>
              <a:t>Copyright: </a:t>
            </a:r>
            <a:r>
              <a:rPr lang="en" sz="1800">
                <a:solidFill>
                  <a:schemeClr val="lt1"/>
                </a:solidFill>
                <a:latin typeface="Playfair Display"/>
                <a:ea typeface="Playfair Display"/>
                <a:cs typeface="Playfair Display"/>
                <a:sym typeface="Playfair Display"/>
              </a:rPr>
              <a:t>Immortal </a:t>
            </a:r>
            <a:r>
              <a:rPr lang="en" sz="1800">
                <a:solidFill>
                  <a:schemeClr val="lt1"/>
                </a:solidFill>
                <a:latin typeface="Playfair Display"/>
                <a:ea typeface="Playfair Display"/>
                <a:cs typeface="Playfair Display"/>
                <a:sym typeface="Playfair Display"/>
              </a:rPr>
              <a:t>Connect Techn</a:t>
            </a:r>
            <a:r>
              <a:rPr lang="en" sz="1800">
                <a:solidFill>
                  <a:schemeClr val="lt1"/>
                </a:solidFill>
                <a:latin typeface="Playfair Display"/>
                <a:ea typeface="Playfair Display"/>
                <a:cs typeface="Playfair Display"/>
                <a:sym typeface="Playfair Display"/>
              </a:rPr>
              <a:t>ologies </a:t>
            </a:r>
            <a:endParaRPr sz="1800">
              <a:solidFill>
                <a:schemeClr val="lt1"/>
              </a:solidFill>
              <a:latin typeface="Playfair Display"/>
              <a:ea typeface="Playfair Display"/>
              <a:cs typeface="Playfair Display"/>
              <a:sym typeface="Playfair Display"/>
            </a:endParaRPr>
          </a:p>
          <a:p>
            <a:pPr indent="457200" lvl="0" marL="1371600" rtl="0" algn="l">
              <a:spcBef>
                <a:spcPts val="0"/>
              </a:spcBef>
              <a:spcAft>
                <a:spcPts val="0"/>
              </a:spcAft>
              <a:buNone/>
            </a:pPr>
            <a:r>
              <a:rPr lang="en" sz="1800">
                <a:solidFill>
                  <a:schemeClr val="lt1"/>
                </a:solidFill>
                <a:latin typeface="Playfair Display"/>
                <a:ea typeface="Playfair Display"/>
                <a:cs typeface="Playfair Display"/>
                <a:sym typeface="Playfair Display"/>
              </a:rPr>
              <a:t>2026</a:t>
            </a:r>
            <a:endParaRPr sz="1800">
              <a:solidFill>
                <a:schemeClr val="lt1"/>
              </a:solidFill>
              <a:latin typeface="Playfair Display"/>
              <a:ea typeface="Playfair Display"/>
              <a:cs typeface="Playfair Display"/>
              <a:sym typeface="Playfair Display"/>
            </a:endParaRPr>
          </a:p>
          <a:p>
            <a:pPr indent="0" lvl="0" marL="0" rtl="0" algn="l">
              <a:spcBef>
                <a:spcPts val="0"/>
              </a:spcBef>
              <a:spcAft>
                <a:spcPts val="0"/>
              </a:spcAft>
              <a:buNone/>
            </a:pPr>
            <a:r>
              <a:t/>
            </a:r>
            <a:endParaRPr sz="1800">
              <a:solidFill>
                <a:schemeClr val="lt1"/>
              </a:solidFill>
              <a:latin typeface="Playfair Display"/>
              <a:ea typeface="Playfair Display"/>
              <a:cs typeface="Playfair Display"/>
              <a:sym typeface="Playfair Display"/>
            </a:endParaRPr>
          </a:p>
          <a:p>
            <a:pPr indent="0" lvl="0" marL="0" rtl="0" algn="l">
              <a:spcBef>
                <a:spcPts val="0"/>
              </a:spcBef>
              <a:spcAft>
                <a:spcPts val="0"/>
              </a:spcAft>
              <a:buNone/>
            </a:pPr>
            <a:r>
              <a:rPr lang="en" sz="1800">
                <a:solidFill>
                  <a:schemeClr val="lt1"/>
                </a:solidFill>
                <a:latin typeface="Playfair Display"/>
                <a:ea typeface="Playfair Display"/>
                <a:cs typeface="Playfair Display"/>
                <a:sym typeface="Playfair Display"/>
              </a:rPr>
              <a:t>jj</a:t>
            </a:r>
            <a:endParaRPr sz="1800">
              <a:solidFill>
                <a:schemeClr val="lt1"/>
              </a:solidFill>
              <a:latin typeface="Playfair Display"/>
              <a:ea typeface="Playfair Display"/>
              <a:cs typeface="Playfair Display"/>
              <a:sym typeface="Playfair Display"/>
            </a:endParaRPr>
          </a:p>
          <a:p>
            <a:pPr indent="0" lvl="0" marL="0" rtl="0" algn="l">
              <a:spcBef>
                <a:spcPts val="0"/>
              </a:spcBef>
              <a:spcAft>
                <a:spcPts val="0"/>
              </a:spcAft>
              <a:buNone/>
            </a:pPr>
            <a:r>
              <a:t/>
            </a:r>
            <a:endParaRPr sz="1800">
              <a:solidFill>
                <a:schemeClr val="lt1"/>
              </a:solidFill>
              <a:latin typeface="Playfair Display"/>
              <a:ea typeface="Playfair Display"/>
              <a:cs typeface="Playfair Display"/>
              <a:sym typeface="Playfair Display"/>
            </a:endParaRPr>
          </a:p>
          <a:p>
            <a:pPr indent="0" lvl="0" marL="0" rtl="0" algn="l">
              <a:spcBef>
                <a:spcPts val="0"/>
              </a:spcBef>
              <a:spcAft>
                <a:spcPts val="0"/>
              </a:spcAft>
              <a:buNone/>
            </a:pPr>
            <a:r>
              <a:t/>
            </a:r>
            <a:endParaRPr sz="1800">
              <a:solidFill>
                <a:schemeClr val="lt1"/>
              </a:solidFill>
              <a:latin typeface="Playfair Display"/>
              <a:ea typeface="Playfair Display"/>
              <a:cs typeface="Playfair Display"/>
              <a:sym typeface="Playfair Displa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JAVASCRIPT WEEK 1</a:t>
            </a:r>
            <a:endParaRPr/>
          </a:p>
        </p:txBody>
      </p:sp>
      <p:sp>
        <p:nvSpPr>
          <p:cNvPr id="66" name="Google Shape;66;p14"/>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WHY YOU SHOULD LEARN JAVASCRIPT?</a:t>
            </a:r>
            <a:endParaRPr/>
          </a:p>
          <a:p>
            <a:pPr indent="0" lvl="0" marL="0" rtl="0" algn="l">
              <a:spcBef>
                <a:spcPts val="1200"/>
              </a:spcBef>
              <a:spcAft>
                <a:spcPts val="0"/>
              </a:spcAft>
              <a:buNone/>
            </a:pPr>
            <a:r>
              <a:rPr lang="en"/>
              <a:t>SETTING UP YOUR ENVIRONMENT.</a:t>
            </a:r>
            <a:endParaRPr/>
          </a:p>
          <a:p>
            <a:pPr indent="0" lvl="0" marL="0" rtl="0" algn="l">
              <a:spcBef>
                <a:spcPts val="1200"/>
              </a:spcBef>
              <a:spcAft>
                <a:spcPts val="0"/>
              </a:spcAft>
              <a:buNone/>
            </a:pPr>
            <a:r>
              <a:rPr lang="en"/>
              <a:t>HOW DOES THE BROWSER UNDERSTAND JAVASCRIPT.</a:t>
            </a:r>
            <a:endParaRPr/>
          </a:p>
          <a:p>
            <a:pPr indent="0" lvl="0" marL="0" rtl="0" algn="l">
              <a:spcBef>
                <a:spcPts val="1200"/>
              </a:spcBef>
              <a:spcAft>
                <a:spcPts val="0"/>
              </a:spcAft>
              <a:buNone/>
            </a:pPr>
            <a:r>
              <a:rPr lang="en"/>
              <a:t>USING THE BROWSER CONSOLE.</a:t>
            </a:r>
            <a:endParaRPr/>
          </a:p>
          <a:p>
            <a:pPr indent="0" lvl="0" marL="0" rtl="0" algn="l">
              <a:spcBef>
                <a:spcPts val="1200"/>
              </a:spcBef>
              <a:spcAft>
                <a:spcPts val="0"/>
              </a:spcAft>
              <a:buNone/>
            </a:pPr>
            <a:r>
              <a:rPr lang="en"/>
              <a:t>ADDING JAVA SCRIPT TO THE WEB.</a:t>
            </a:r>
            <a:endParaRPr/>
          </a:p>
          <a:p>
            <a:pPr indent="0" lvl="0" marL="0" rtl="0" algn="l">
              <a:spcBef>
                <a:spcPts val="1200"/>
              </a:spcBef>
              <a:spcAft>
                <a:spcPts val="0"/>
              </a:spcAft>
              <a:buNone/>
            </a:pPr>
            <a:r>
              <a:rPr lang="en"/>
              <a:t>WRITING JAVA SCRIPT CODE.</a:t>
            </a: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YOU SHOULD LEARN JAVA SCRIPT.</a:t>
            </a:r>
            <a:endParaRPr sz="1800">
              <a:latin typeface="Playfair Display"/>
              <a:ea typeface="Playfair Display"/>
              <a:cs typeface="Playfair Display"/>
              <a:sym typeface="Playfair Display"/>
            </a:endParaRPr>
          </a:p>
          <a:p>
            <a:pPr indent="0" lvl="0" marL="0" rtl="0" algn="l">
              <a:spcBef>
                <a:spcPts val="0"/>
              </a:spcBef>
              <a:spcAft>
                <a:spcPts val="0"/>
              </a:spcAft>
              <a:buNone/>
            </a:pPr>
            <a:r>
              <a:t/>
            </a:r>
            <a:endParaRPr/>
          </a:p>
        </p:txBody>
      </p:sp>
      <p:sp>
        <p:nvSpPr>
          <p:cNvPr id="72" name="Google Shape;72;p15"/>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It is a great programming language for beginners.</a:t>
            </a:r>
            <a:endParaRPr/>
          </a:p>
          <a:p>
            <a:pPr indent="0" lvl="0" marL="0" rtl="0" algn="l">
              <a:spcBef>
                <a:spcPts val="1200"/>
              </a:spcBef>
              <a:spcAft>
                <a:spcPts val="0"/>
              </a:spcAft>
              <a:buNone/>
            </a:pPr>
            <a:r>
              <a:rPr lang="en"/>
              <a:t>Considered the most widely used book for beginners.</a:t>
            </a:r>
            <a:endParaRPr/>
          </a:p>
          <a:p>
            <a:pPr indent="0" lvl="0" marL="0" rtl="0" algn="l">
              <a:spcBef>
                <a:spcPts val="1200"/>
              </a:spcBef>
              <a:spcAft>
                <a:spcPts val="0"/>
              </a:spcAft>
              <a:buNone/>
            </a:pPr>
            <a:r>
              <a:rPr lang="en"/>
              <a:t>It can be used for programming apps for web, desktop apps, communicating with databases making games and so on.</a:t>
            </a:r>
            <a:endParaRPr/>
          </a:p>
          <a:p>
            <a:pPr indent="0" lvl="0" marL="0" rtl="0" algn="l">
              <a:spcBef>
                <a:spcPts val="1200"/>
              </a:spcBef>
              <a:spcAft>
                <a:spcPts val="0"/>
              </a:spcAft>
              <a:buNone/>
            </a:pPr>
            <a:r>
              <a:rPr lang="en"/>
              <a:t>There is a huge community of Java Script Developers.</a:t>
            </a:r>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SETTING UP YOUR ENVIRONMENT.</a:t>
            </a:r>
            <a:endParaRPr/>
          </a:p>
        </p:txBody>
      </p:sp>
      <p:sp>
        <p:nvSpPr>
          <p:cNvPr id="78" name="Google Shape;78;p16"/>
          <p:cNvSpPr txBox="1"/>
          <p:nvPr>
            <p:ph idx="1" type="body"/>
          </p:nvPr>
        </p:nvSpPr>
        <p:spPr>
          <a:xfrm>
            <a:off x="311700" y="1234075"/>
            <a:ext cx="8520600" cy="3334800"/>
          </a:xfrm>
          <a:prstGeom prst="rect">
            <a:avLst/>
          </a:prstGeom>
        </p:spPr>
        <p:txBody>
          <a:bodyPr anchorCtr="0" anchor="t" bIns="91425" lIns="91425" spcFirstLastPara="1" rIns="91425" wrap="square" tIns="91425">
            <a:normAutofit fontScale="55000"/>
          </a:bodyPr>
          <a:lstStyle/>
          <a:p>
            <a:pPr indent="0" lvl="0" marL="0" rtl="0" algn="l">
              <a:spcBef>
                <a:spcPts val="0"/>
              </a:spcBef>
              <a:spcAft>
                <a:spcPts val="0"/>
              </a:spcAft>
              <a:buNone/>
            </a:pPr>
            <a:r>
              <a:rPr lang="en"/>
              <a:t>IDE - The acronyms stand for Integrated Development Environment This  is just software that enables you to write Java Script Code. </a:t>
            </a:r>
            <a:endParaRPr/>
          </a:p>
          <a:p>
            <a:pPr indent="0" lvl="0" marL="0" rtl="0" algn="l">
              <a:spcBef>
                <a:spcPts val="1200"/>
              </a:spcBef>
              <a:spcAft>
                <a:spcPts val="0"/>
              </a:spcAft>
              <a:buNone/>
            </a:pPr>
            <a:r>
              <a:rPr lang="en"/>
              <a:t>We shall be using Visual Studio Code but you are free to use any code editor of your choice. </a:t>
            </a:r>
            <a:endParaRPr/>
          </a:p>
          <a:p>
            <a:pPr indent="0" lvl="0" marL="0" rtl="0" algn="l">
              <a:spcBef>
                <a:spcPts val="1200"/>
              </a:spcBef>
              <a:spcAft>
                <a:spcPts val="0"/>
              </a:spcAft>
              <a:buNone/>
            </a:pPr>
            <a:r>
              <a:rPr lang="en"/>
              <a:t>Git for version control.</a:t>
            </a:r>
            <a:endParaRPr/>
          </a:p>
          <a:p>
            <a:pPr indent="0" lvl="0" marL="0" rtl="0" algn="l">
              <a:spcBef>
                <a:spcPts val="1200"/>
              </a:spcBef>
              <a:spcAft>
                <a:spcPts val="0"/>
              </a:spcAft>
              <a:buNone/>
            </a:pPr>
            <a:r>
              <a:rPr lang="en"/>
              <a:t>Key extensions in Vs Code.</a:t>
            </a:r>
            <a:endParaRPr/>
          </a:p>
          <a:p>
            <a:pPr indent="0" lvl="0" marL="0" rtl="0" algn="l">
              <a:spcBef>
                <a:spcPts val="1200"/>
              </a:spcBef>
              <a:spcAft>
                <a:spcPts val="0"/>
              </a:spcAft>
              <a:buNone/>
            </a:pPr>
            <a:r>
              <a:rPr lang="en"/>
              <a:t>Prettier - An automatic formatter for your Css, Js code to ensure a </a:t>
            </a:r>
            <a:r>
              <a:rPr lang="en"/>
              <a:t>consistent</a:t>
            </a:r>
            <a:r>
              <a:rPr lang="en"/>
              <a:t> style for your code and team members.</a:t>
            </a:r>
            <a:endParaRPr/>
          </a:p>
          <a:p>
            <a:pPr indent="0" lvl="0" marL="0" rtl="0" algn="l">
              <a:spcBef>
                <a:spcPts val="1200"/>
              </a:spcBef>
              <a:spcAft>
                <a:spcPts val="0"/>
              </a:spcAft>
              <a:buNone/>
            </a:pPr>
            <a:r>
              <a:rPr lang="en"/>
              <a:t>EsLint -  Integrates the popular ESLint Library into VS Code. Highlighting errors and potential issues in your code. It helps reinforce coding standards and can automatically fix many issues on save.</a:t>
            </a:r>
            <a:endParaRPr/>
          </a:p>
          <a:p>
            <a:pPr indent="0" lvl="0" marL="0" rtl="0" algn="l">
              <a:spcBef>
                <a:spcPts val="1200"/>
              </a:spcBef>
              <a:spcAft>
                <a:spcPts val="0"/>
              </a:spcAft>
              <a:buNone/>
            </a:pPr>
            <a:r>
              <a:rPr lang="en"/>
              <a:t>Java Script ES6 Code Snippets. -Provides a large collection of code </a:t>
            </a:r>
            <a:r>
              <a:rPr lang="en"/>
              <a:t>snippets</a:t>
            </a:r>
            <a:r>
              <a:rPr lang="en"/>
              <a:t> for ES6 syntax allowing you to write some common code structures.</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does the Browser Understand Java Script.</a:t>
            </a:r>
            <a:endParaRPr/>
          </a:p>
        </p:txBody>
      </p:sp>
      <p:sp>
        <p:nvSpPr>
          <p:cNvPr id="84" name="Google Shape;84;p17"/>
          <p:cNvSpPr txBox="1"/>
          <p:nvPr>
            <p:ph idx="1" type="body"/>
          </p:nvPr>
        </p:nvSpPr>
        <p:spPr>
          <a:xfrm>
            <a:off x="311700" y="1234075"/>
            <a:ext cx="8520600" cy="33348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
              <a:t>All major modern web browsers support Java Script.</a:t>
            </a:r>
            <a:endParaRPr/>
          </a:p>
          <a:p>
            <a:pPr indent="0" lvl="0" marL="0" rtl="0" algn="l">
              <a:spcBef>
                <a:spcPts val="1200"/>
              </a:spcBef>
              <a:spcAft>
                <a:spcPts val="0"/>
              </a:spcAft>
              <a:buNone/>
            </a:pPr>
            <a:r>
              <a:rPr lang="en"/>
              <a:t>You can use Chrome, Brave Browser, Safari, Firefox etc.</a:t>
            </a:r>
            <a:endParaRPr/>
          </a:p>
          <a:p>
            <a:pPr indent="0" lvl="0" marL="0" rtl="0" algn="l">
              <a:spcBef>
                <a:spcPts val="1200"/>
              </a:spcBef>
              <a:spcAft>
                <a:spcPts val="0"/>
              </a:spcAft>
              <a:buNone/>
            </a:pPr>
            <a:r>
              <a:rPr lang="en"/>
              <a:t>A browser supports/understands Java Script because it has an embedded Java Script Engine that can read, Compile and </a:t>
            </a:r>
            <a:r>
              <a:rPr lang="en"/>
              <a:t>execute</a:t>
            </a:r>
            <a:r>
              <a:rPr lang="en"/>
              <a:t> Java Script Code.</a:t>
            </a:r>
            <a:endParaRPr/>
          </a:p>
          <a:p>
            <a:pPr indent="0" lvl="0" marL="0" rtl="0" algn="l">
              <a:spcBef>
                <a:spcPts val="1200"/>
              </a:spcBef>
              <a:spcAft>
                <a:spcPts val="0"/>
              </a:spcAft>
              <a:buNone/>
            </a:pPr>
            <a:r>
              <a:rPr lang="en"/>
              <a:t>V8 Engine - Chrome, Opera, Brave Browser.</a:t>
            </a:r>
            <a:endParaRPr/>
          </a:p>
          <a:p>
            <a:pPr indent="0" lvl="0" marL="0" rtl="0" algn="l">
              <a:spcBef>
                <a:spcPts val="1200"/>
              </a:spcBef>
              <a:spcAft>
                <a:spcPts val="0"/>
              </a:spcAft>
              <a:buNone/>
            </a:pPr>
            <a:r>
              <a:rPr lang="en"/>
              <a:t>Spider Monkey - Mozilla FireFox.</a:t>
            </a:r>
            <a:endParaRPr/>
          </a:p>
          <a:p>
            <a:pPr indent="0" lvl="0" marL="0" rtl="0" algn="l">
              <a:spcBef>
                <a:spcPts val="1200"/>
              </a:spcBef>
              <a:spcAft>
                <a:spcPts val="0"/>
              </a:spcAft>
              <a:buNone/>
            </a:pPr>
            <a:r>
              <a:rPr lang="en"/>
              <a:t>Java Script Core(Apple) - Safari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does the Browser Understand Java Script.</a:t>
            </a:r>
            <a:endParaRPr/>
          </a:p>
          <a:p>
            <a:pPr indent="0" lvl="0" marL="0" rtl="0" algn="l">
              <a:spcBef>
                <a:spcPts val="0"/>
              </a:spcBef>
              <a:spcAft>
                <a:spcPts val="0"/>
              </a:spcAft>
              <a:buNone/>
            </a:pPr>
            <a:r>
              <a:t/>
            </a:r>
            <a:endParaRPr/>
          </a:p>
        </p:txBody>
      </p:sp>
      <p:sp>
        <p:nvSpPr>
          <p:cNvPr id="90" name="Google Shape;90;p18"/>
          <p:cNvSpPr txBox="1"/>
          <p:nvPr>
            <p:ph idx="1" type="body"/>
          </p:nvPr>
        </p:nvSpPr>
        <p:spPr>
          <a:xfrm>
            <a:off x="311700" y="1234075"/>
            <a:ext cx="8520600" cy="33348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Runtime Environment and Web Apis. </a:t>
            </a:r>
            <a:endParaRPr/>
          </a:p>
          <a:p>
            <a:pPr indent="0" lvl="0" marL="0" rtl="0" algn="l">
              <a:spcBef>
                <a:spcPts val="1200"/>
              </a:spcBef>
              <a:spcAft>
                <a:spcPts val="0"/>
              </a:spcAft>
              <a:buNone/>
            </a:pPr>
            <a:r>
              <a:rPr lang="en"/>
              <a:t>The engine runs within a run time environment provided by the browser which provides essential WEB APIS(Application programming interfaces) that extends the core Java Script Language, allowing scripts to interact with the broader web environment.</a:t>
            </a:r>
            <a:endParaRPr/>
          </a:p>
          <a:p>
            <a:pPr indent="0" lvl="0" marL="0" rtl="0" algn="l">
              <a:spcBef>
                <a:spcPts val="1200"/>
              </a:spcBef>
              <a:spcAft>
                <a:spcPts val="0"/>
              </a:spcAft>
              <a:buNone/>
            </a:pPr>
            <a:r>
              <a:rPr lang="en"/>
              <a:t>These APIS include:</a:t>
            </a:r>
            <a:endParaRPr/>
          </a:p>
          <a:p>
            <a:pPr indent="0" lvl="0" marL="0" rtl="0" algn="l">
              <a:spcBef>
                <a:spcPts val="1200"/>
              </a:spcBef>
              <a:spcAft>
                <a:spcPts val="0"/>
              </a:spcAft>
              <a:buNone/>
            </a:pPr>
            <a:r>
              <a:rPr lang="en"/>
              <a:t>DOM(Doccument Object model) - Allows Java Script to dynamically control the HTML and Css of a webpage enabling interactive content.</a:t>
            </a:r>
            <a:endParaRPr/>
          </a:p>
          <a:p>
            <a:pPr indent="0" lvl="0" marL="0" rtl="0" algn="l">
              <a:spcBef>
                <a:spcPts val="1200"/>
              </a:spcBef>
              <a:spcAft>
                <a:spcPts val="0"/>
              </a:spcAft>
              <a:buNone/>
            </a:pPr>
            <a:r>
              <a:rPr lang="en"/>
              <a:t> Fetch API- for making network requests(downloading/uploading files and communicating with the servers.</a:t>
            </a:r>
            <a:endParaRPr/>
          </a:p>
          <a:p>
            <a:pPr indent="0" lvl="0" marL="0" rtl="0" algn="l">
              <a:spcBef>
                <a:spcPts val="1200"/>
              </a:spcBef>
              <a:spcAft>
                <a:spcPts val="1200"/>
              </a:spcAft>
              <a:buNone/>
            </a:pPr>
            <a:r>
              <a:rPr lang="en"/>
              <a:t>Geolocation API - For retrieving geographical information.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does the Browser Understand Java Script.</a:t>
            </a:r>
            <a:endParaRPr/>
          </a:p>
        </p:txBody>
      </p:sp>
      <p:sp>
        <p:nvSpPr>
          <p:cNvPr id="96" name="Google Shape;96;p19"/>
          <p:cNvSpPr txBox="1"/>
          <p:nvPr>
            <p:ph idx="1" type="body"/>
          </p:nvPr>
        </p:nvSpPr>
        <p:spPr>
          <a:xfrm>
            <a:off x="311700" y="1234075"/>
            <a:ext cx="8520600" cy="33348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Adherence to Standards - Browsers support Java Script by conforming to the official Language Specification. ECMASCRIPT - (ECMA 262) This starndadisation ensures consistency so that code written according to the standards runs predictably across different browsers.</a:t>
            </a:r>
            <a:endParaRPr/>
          </a:p>
          <a:p>
            <a:pPr indent="0" lvl="0" marL="0" rtl="0" algn="l">
              <a:spcBef>
                <a:spcPts val="1200"/>
              </a:spcBef>
              <a:spcAft>
                <a:spcPts val="0"/>
              </a:spcAft>
              <a:buNone/>
            </a:pPr>
            <a:r>
              <a:rPr lang="en"/>
              <a:t>Integration with HTML and CSS - Java Script is a core web technology along HTML and CSS designed from its inception to integrate seamlessly and provide dynamic functionality to web pages.</a:t>
            </a:r>
            <a:endParaRPr/>
          </a:p>
          <a:p>
            <a:pPr indent="0" lvl="0" marL="0" rtl="0" algn="l">
              <a:spcBef>
                <a:spcPts val="1200"/>
              </a:spcBef>
              <a:spcAft>
                <a:spcPts val="1200"/>
              </a:spcAft>
              <a:buNone/>
            </a:pPr>
            <a:r>
              <a:rPr lang="en">
                <a:highlight>
                  <a:schemeClr val="lt1"/>
                </a:highlight>
              </a:rPr>
              <a:t>In essence a browser supports Java Script by Integrating a dedicated execution engine and a set of WEB APIS that allow the script to </a:t>
            </a:r>
            <a:r>
              <a:rPr lang="en">
                <a:highlight>
                  <a:schemeClr val="lt1"/>
                </a:highlight>
              </a:rPr>
              <a:t>interact</a:t>
            </a:r>
            <a:r>
              <a:rPr lang="en">
                <a:highlight>
                  <a:schemeClr val="lt1"/>
                </a:highlight>
              </a:rPr>
              <a:t> with and control the webpage and the browser environment.</a:t>
            </a:r>
            <a:endParaRPr>
              <a:highlight>
                <a:schemeClr val="lt1"/>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USING THE BROWSER CONSOLE.</a:t>
            </a:r>
            <a:endParaRPr/>
          </a:p>
        </p:txBody>
      </p:sp>
      <p:sp>
        <p:nvSpPr>
          <p:cNvPr id="102" name="Google Shape;102;p20"/>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3" name="Google Shape;103;p20"/>
          <p:cNvPicPr preferRelativeResize="0"/>
          <p:nvPr/>
        </p:nvPicPr>
        <p:blipFill>
          <a:blip r:embed="rId3">
            <a:alphaModFix/>
          </a:blip>
          <a:stretch>
            <a:fillRect/>
          </a:stretch>
        </p:blipFill>
        <p:spPr>
          <a:xfrm>
            <a:off x="836550" y="1615100"/>
            <a:ext cx="7664175" cy="3528400"/>
          </a:xfrm>
          <a:prstGeom prst="rect">
            <a:avLst/>
          </a:prstGeom>
          <a:noFill/>
          <a:ln>
            <a:noFill/>
          </a:ln>
        </p:spPr>
      </p:pic>
      <p:sp>
        <p:nvSpPr>
          <p:cNvPr id="104" name="Google Shape;104;p20"/>
          <p:cNvSpPr/>
          <p:nvPr/>
        </p:nvSpPr>
        <p:spPr>
          <a:xfrm>
            <a:off x="5822675" y="538400"/>
            <a:ext cx="157500" cy="1076700"/>
          </a:xfrm>
          <a:prstGeom prst="downArrow">
            <a:avLst>
              <a:gd fmla="val 10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fair Display"/>
              <a:ea typeface="Playfair Display"/>
              <a:cs typeface="Playfair Display"/>
              <a:sym typeface="Playfair Display"/>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USING THE BROWSER CONSOLE</a:t>
            </a:r>
            <a:endParaRPr/>
          </a:p>
        </p:txBody>
      </p:sp>
      <p:sp>
        <p:nvSpPr>
          <p:cNvPr id="110" name="Google Shape;110;p21"/>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photo above outlines chrome dev tools which are built in browser tools for inspecting, debugging and analysing websites accessed by CTRL+SHIFT+I, </a:t>
            </a:r>
            <a:r>
              <a:rPr lang="en"/>
              <a:t>CTRL+SHIFT+J or the one that I really prefer F12.</a:t>
            </a:r>
            <a:endParaRPr/>
          </a:p>
          <a:p>
            <a:pPr indent="0" lvl="0" marL="0" rtl="0" algn="l">
              <a:spcBef>
                <a:spcPts val="1200"/>
              </a:spcBef>
              <a:spcAft>
                <a:spcPts val="0"/>
              </a:spcAft>
              <a:buNone/>
            </a:pPr>
            <a:r>
              <a:rPr lang="en"/>
              <a:t>You can also acces it by write clicking on your browser and clicking on inspect.</a:t>
            </a:r>
            <a:endParaRPr/>
          </a:p>
          <a:p>
            <a:pPr indent="0" lvl="0" marL="0" rtl="0" algn="l">
              <a:spcBef>
                <a:spcPts val="1200"/>
              </a:spcBef>
              <a:spcAft>
                <a:spcPts val="0"/>
              </a:spcAft>
              <a:buNone/>
            </a:pPr>
            <a:r>
              <a:rPr lang="en"/>
              <a:t>The console window is used by developers to log what is going  and do some debugging.</a:t>
            </a:r>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USING THE CONSOLE WINDOW</a:t>
            </a:r>
            <a:endParaRPr/>
          </a:p>
        </p:txBody>
      </p:sp>
      <p:sp>
        <p:nvSpPr>
          <p:cNvPr id="116" name="Google Shape;116;p22"/>
          <p:cNvSpPr txBox="1"/>
          <p:nvPr>
            <p:ph idx="1" type="body"/>
          </p:nvPr>
        </p:nvSpPr>
        <p:spPr>
          <a:xfrm>
            <a:off x="311700" y="1234075"/>
            <a:ext cx="8520600" cy="3334800"/>
          </a:xfrm>
          <a:prstGeom prst="rect">
            <a:avLst/>
          </a:prstGeom>
        </p:spPr>
        <p:txBody>
          <a:bodyPr anchorCtr="0" anchor="t" bIns="91425" lIns="91425" spcFirstLastPara="1" rIns="91425" wrap="square" tIns="91425">
            <a:normAutofit fontScale="40000"/>
          </a:bodyPr>
          <a:lstStyle/>
          <a:p>
            <a:pPr indent="0" lvl="0" marL="0" rtl="0" algn="l">
              <a:lnSpc>
                <a:spcPct val="140000"/>
              </a:lnSpc>
              <a:spcBef>
                <a:spcPts val="1500"/>
              </a:spcBef>
              <a:spcAft>
                <a:spcPts val="0"/>
              </a:spcAft>
              <a:buClr>
                <a:schemeClr val="dk2"/>
              </a:buClr>
              <a:buSzPct val="32021"/>
              <a:buFont typeface="Arial"/>
              <a:buNone/>
            </a:pPr>
            <a:r>
              <a:rPr lang="en" sz="3435">
                <a:solidFill>
                  <a:srgbClr val="001D35"/>
                </a:solidFill>
                <a:highlight>
                  <a:srgbClr val="FFFFFF"/>
                </a:highlight>
                <a:latin typeface="Arial"/>
                <a:ea typeface="Arial"/>
                <a:cs typeface="Arial"/>
                <a:sym typeface="Arial"/>
              </a:rPr>
              <a:t>Core Features (Browser DevTools)</a:t>
            </a:r>
            <a:endParaRPr sz="3435">
              <a:solidFill>
                <a:srgbClr val="001D35"/>
              </a:solidFill>
              <a:highlight>
                <a:srgbClr val="FFFFFF"/>
              </a:highlight>
              <a:latin typeface="Arial"/>
              <a:ea typeface="Arial"/>
              <a:cs typeface="Arial"/>
              <a:sym typeface="Arial"/>
            </a:endParaRPr>
          </a:p>
          <a:p>
            <a:pPr indent="-308233" lvl="0" marL="457200" rtl="0" algn="l">
              <a:lnSpc>
                <a:spcPct val="150000"/>
              </a:lnSpc>
              <a:spcBef>
                <a:spcPts val="800"/>
              </a:spcBef>
              <a:spcAft>
                <a:spcPts val="0"/>
              </a:spcAft>
              <a:buClr>
                <a:srgbClr val="0A0A0A"/>
              </a:buClr>
              <a:buSzPct val="100000"/>
              <a:buFont typeface="Arial"/>
              <a:buChar char="●"/>
            </a:pPr>
            <a:r>
              <a:rPr lang="en" sz="3135">
                <a:solidFill>
                  <a:srgbClr val="0A0A0A"/>
                </a:solidFill>
                <a:highlight>
                  <a:srgbClr val="FFFFFF"/>
                </a:highlight>
                <a:latin typeface="Arial"/>
                <a:ea typeface="Arial"/>
                <a:cs typeface="Arial"/>
                <a:sym typeface="Arial"/>
              </a:rPr>
              <a:t>Elements/Inspector: View, edit, and debug HTML structure (DOM) and CSS styling in real-time.</a:t>
            </a:r>
            <a:endParaRPr sz="3135">
              <a:solidFill>
                <a:srgbClr val="0A0A0A"/>
              </a:solidFill>
              <a:highlight>
                <a:srgbClr val="FFFFFF"/>
              </a:highlight>
              <a:latin typeface="Arial"/>
              <a:ea typeface="Arial"/>
              <a:cs typeface="Arial"/>
              <a:sym typeface="Arial"/>
            </a:endParaRPr>
          </a:p>
          <a:p>
            <a:pPr indent="-308233" lvl="0" marL="457200" rtl="0" algn="l">
              <a:lnSpc>
                <a:spcPct val="150000"/>
              </a:lnSpc>
              <a:spcBef>
                <a:spcPts val="0"/>
              </a:spcBef>
              <a:spcAft>
                <a:spcPts val="0"/>
              </a:spcAft>
              <a:buClr>
                <a:srgbClr val="0A0A0A"/>
              </a:buClr>
              <a:buSzPct val="100000"/>
              <a:buFont typeface="Arial"/>
              <a:buChar char="●"/>
            </a:pPr>
            <a:r>
              <a:rPr lang="en" sz="3135">
                <a:solidFill>
                  <a:srgbClr val="0A0A0A"/>
                </a:solidFill>
                <a:highlight>
                  <a:srgbClr val="FFFFFF"/>
                </a:highlight>
                <a:latin typeface="Arial"/>
                <a:ea typeface="Arial"/>
                <a:cs typeface="Arial"/>
                <a:sym typeface="Arial"/>
              </a:rPr>
              <a:t>Console: Run JavaScript, view logs, errors, and warnings; now features AI for code suggestions and analysis.</a:t>
            </a:r>
            <a:endParaRPr sz="3135">
              <a:solidFill>
                <a:srgbClr val="0A0A0A"/>
              </a:solidFill>
              <a:highlight>
                <a:srgbClr val="FFFFFF"/>
              </a:highlight>
              <a:latin typeface="Arial"/>
              <a:ea typeface="Arial"/>
              <a:cs typeface="Arial"/>
              <a:sym typeface="Arial"/>
            </a:endParaRPr>
          </a:p>
          <a:p>
            <a:pPr indent="-308233" lvl="0" marL="457200" rtl="0" algn="l">
              <a:lnSpc>
                <a:spcPct val="150000"/>
              </a:lnSpc>
              <a:spcBef>
                <a:spcPts val="0"/>
              </a:spcBef>
              <a:spcAft>
                <a:spcPts val="0"/>
              </a:spcAft>
              <a:buClr>
                <a:srgbClr val="0A0A0A"/>
              </a:buClr>
              <a:buSzPct val="100000"/>
              <a:buFont typeface="Arial"/>
              <a:buChar char="●"/>
            </a:pPr>
            <a:r>
              <a:rPr lang="en" sz="3135">
                <a:solidFill>
                  <a:srgbClr val="0A0A0A"/>
                </a:solidFill>
                <a:highlight>
                  <a:srgbClr val="FFFFFF"/>
                </a:highlight>
                <a:latin typeface="Arial"/>
                <a:ea typeface="Arial"/>
                <a:cs typeface="Arial"/>
                <a:sym typeface="Arial"/>
              </a:rPr>
              <a:t>Sources/Debugger: Set breakpoints, step through code, and inspect variables for JavaScript debugging.</a:t>
            </a:r>
            <a:endParaRPr sz="3135">
              <a:solidFill>
                <a:srgbClr val="0A0A0A"/>
              </a:solidFill>
              <a:highlight>
                <a:srgbClr val="FFFFFF"/>
              </a:highlight>
              <a:latin typeface="Arial"/>
              <a:ea typeface="Arial"/>
              <a:cs typeface="Arial"/>
              <a:sym typeface="Arial"/>
            </a:endParaRPr>
          </a:p>
          <a:p>
            <a:pPr indent="-308233" lvl="0" marL="457200" rtl="0" algn="l">
              <a:lnSpc>
                <a:spcPct val="150000"/>
              </a:lnSpc>
              <a:spcBef>
                <a:spcPts val="0"/>
              </a:spcBef>
              <a:spcAft>
                <a:spcPts val="0"/>
              </a:spcAft>
              <a:buClr>
                <a:srgbClr val="0A0A0A"/>
              </a:buClr>
              <a:buSzPct val="100000"/>
              <a:buFont typeface="Arial"/>
              <a:buChar char="●"/>
            </a:pPr>
            <a:r>
              <a:rPr lang="en" sz="3135">
                <a:solidFill>
                  <a:srgbClr val="0A0A0A"/>
                </a:solidFill>
                <a:highlight>
                  <a:srgbClr val="FFFFFF"/>
                </a:highlight>
                <a:latin typeface="Arial"/>
                <a:ea typeface="Arial"/>
                <a:cs typeface="Arial"/>
                <a:sym typeface="Arial"/>
              </a:rPr>
              <a:t>Network: Monitor HTTP requests/responses, analyze loading times, and throttle connections to simulate slow networks.</a:t>
            </a:r>
            <a:endParaRPr sz="3135">
              <a:solidFill>
                <a:srgbClr val="0A0A0A"/>
              </a:solidFill>
              <a:highlight>
                <a:srgbClr val="FFFFFF"/>
              </a:highlight>
              <a:latin typeface="Arial"/>
              <a:ea typeface="Arial"/>
              <a:cs typeface="Arial"/>
              <a:sym typeface="Arial"/>
            </a:endParaRPr>
          </a:p>
          <a:p>
            <a:pPr indent="-308233" lvl="0" marL="457200" rtl="0" algn="l">
              <a:lnSpc>
                <a:spcPct val="150000"/>
              </a:lnSpc>
              <a:spcBef>
                <a:spcPts val="0"/>
              </a:spcBef>
              <a:spcAft>
                <a:spcPts val="0"/>
              </a:spcAft>
              <a:buClr>
                <a:srgbClr val="0A0A0A"/>
              </a:buClr>
              <a:buSzPct val="100000"/>
              <a:buFont typeface="Arial"/>
              <a:buChar char="●"/>
            </a:pPr>
            <a:r>
              <a:rPr lang="en" sz="3135">
                <a:solidFill>
                  <a:srgbClr val="0A0A0A"/>
                </a:solidFill>
                <a:highlight>
                  <a:srgbClr val="FFFFFF"/>
                </a:highlight>
                <a:latin typeface="Arial"/>
                <a:ea typeface="Arial"/>
                <a:cs typeface="Arial"/>
                <a:sym typeface="Arial"/>
              </a:rPr>
              <a:t>Performance: Record and analyze page load and runtime performance, identify bottlenecks, and track memory usage.</a:t>
            </a:r>
            <a:endParaRPr sz="3135">
              <a:solidFill>
                <a:srgbClr val="0A0A0A"/>
              </a:solidFill>
              <a:highlight>
                <a:srgbClr val="FFFFFF"/>
              </a:highlight>
              <a:latin typeface="Arial"/>
              <a:ea typeface="Arial"/>
              <a:cs typeface="Arial"/>
              <a:sym typeface="Arial"/>
            </a:endParaRPr>
          </a:p>
          <a:p>
            <a:pPr indent="-308233" lvl="0" marL="457200" rtl="0" algn="l">
              <a:lnSpc>
                <a:spcPct val="150000"/>
              </a:lnSpc>
              <a:spcBef>
                <a:spcPts val="0"/>
              </a:spcBef>
              <a:spcAft>
                <a:spcPts val="0"/>
              </a:spcAft>
              <a:buClr>
                <a:srgbClr val="0A0A0A"/>
              </a:buClr>
              <a:buSzPct val="100000"/>
              <a:buFont typeface="Arial"/>
              <a:buChar char="●"/>
            </a:pPr>
            <a:r>
              <a:rPr lang="en" sz="3135">
                <a:solidFill>
                  <a:srgbClr val="0A0A0A"/>
                </a:solidFill>
                <a:highlight>
                  <a:srgbClr val="FFFFFF"/>
                </a:highlight>
                <a:latin typeface="Arial"/>
                <a:ea typeface="Arial"/>
                <a:cs typeface="Arial"/>
                <a:sym typeface="Arial"/>
              </a:rPr>
              <a:t>Application: Inspect stored data (cookies, local storage), service workers, and other application resources. </a:t>
            </a:r>
            <a:endParaRPr sz="3135">
              <a:solidFill>
                <a:srgbClr val="0A0A0A"/>
              </a:solidFill>
              <a:highlight>
                <a:srgbClr val="FFFFFF"/>
              </a:highlight>
              <a:latin typeface="Arial"/>
              <a:ea typeface="Arial"/>
              <a:cs typeface="Arial"/>
              <a:sym typeface="Arial"/>
            </a:endParaRPr>
          </a:p>
          <a:p>
            <a:pPr indent="0" lvl="0" marL="0" rtl="0" algn="l">
              <a:spcBef>
                <a:spcPts val="24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2"/>
              </a:buClr>
              <a:buSzPct val="36666"/>
              <a:buFont typeface="Arial"/>
              <a:buNone/>
            </a:pPr>
            <a:r>
              <a:rPr lang="en"/>
              <a:t>USING THE CONSOLE WINDOW</a:t>
            </a:r>
            <a:endParaRPr/>
          </a:p>
          <a:p>
            <a:pPr indent="0" lvl="0" marL="0" rtl="0" algn="l">
              <a:spcBef>
                <a:spcPts val="0"/>
              </a:spcBef>
              <a:spcAft>
                <a:spcPts val="0"/>
              </a:spcAft>
              <a:buNone/>
            </a:pPr>
            <a:r>
              <a:t/>
            </a:r>
            <a:endParaRPr/>
          </a:p>
        </p:txBody>
      </p:sp>
      <p:sp>
        <p:nvSpPr>
          <p:cNvPr id="122" name="Google Shape;122;p23"/>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 conole tab you can input this: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console.log(“Hello world, welcome to the Immortal Connect Ecosystem”)</a:t>
            </a:r>
            <a:endParaRPr/>
          </a:p>
          <a:p>
            <a:pPr indent="0" lvl="0" marL="0" rtl="0" algn="l">
              <a:spcBef>
                <a:spcPts val="1200"/>
              </a:spcBef>
              <a:spcAft>
                <a:spcPts val="1200"/>
              </a:spcAft>
              <a:buNone/>
            </a:pPr>
            <a:r>
              <a:rPr lang="en"/>
              <a:t>Incase of an uncaght syntax error in your console simply change your opening and closing tags.. In short dont copy paste the code into your console tab. Simply Type it out.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ADDING JAVA SCRIPT TO A WEBPAGE</a:t>
            </a:r>
            <a:endParaRPr/>
          </a:p>
        </p:txBody>
      </p:sp>
      <p:sp>
        <p:nvSpPr>
          <p:cNvPr id="128" name="Google Shape;128;p24"/>
          <p:cNvSpPr txBox="1"/>
          <p:nvPr>
            <p:ph idx="1" type="body"/>
          </p:nvPr>
        </p:nvSpPr>
        <p:spPr>
          <a:xfrm>
            <a:off x="311700" y="1234075"/>
            <a:ext cx="8520600" cy="33348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&lt;html&gt;</a:t>
            </a:r>
            <a:endParaRPr/>
          </a:p>
          <a:p>
            <a:pPr indent="0" lvl="0" marL="0" rtl="0" algn="l">
              <a:spcBef>
                <a:spcPts val="1200"/>
              </a:spcBef>
              <a:spcAft>
                <a:spcPts val="0"/>
              </a:spcAft>
              <a:buNone/>
            </a:pPr>
            <a:r>
              <a:rPr lang="en"/>
              <a:t>&lt;script&gt;</a:t>
            </a:r>
            <a:endParaRPr/>
          </a:p>
          <a:p>
            <a:pPr indent="0" lvl="0" marL="0" rtl="0" algn="l">
              <a:spcBef>
                <a:spcPts val="1200"/>
              </a:spcBef>
              <a:spcAft>
                <a:spcPts val="0"/>
              </a:spcAft>
              <a:buNone/>
            </a:pPr>
            <a:r>
              <a:rPr lang="en"/>
              <a:t>alert(“Hello world this is Java Script with Immortal Connect Technologies”)</a:t>
            </a:r>
            <a:endParaRPr/>
          </a:p>
          <a:p>
            <a:pPr indent="0" lvl="0" marL="0" rtl="0" algn="l">
              <a:spcBef>
                <a:spcPts val="1200"/>
              </a:spcBef>
              <a:spcAft>
                <a:spcPts val="0"/>
              </a:spcAft>
              <a:buNone/>
            </a:pPr>
            <a:r>
              <a:rPr lang="en"/>
              <a:t>&lt;/script&gt;</a:t>
            </a:r>
            <a:endParaRPr/>
          </a:p>
          <a:p>
            <a:pPr indent="0" lvl="0" marL="0" rtl="0" algn="l">
              <a:spcBef>
                <a:spcPts val="1200"/>
              </a:spcBef>
              <a:spcAft>
                <a:spcPts val="0"/>
              </a:spcAft>
              <a:buNone/>
            </a:pPr>
            <a:r>
              <a:rPr lang="en"/>
              <a:t>&lt;/html</a:t>
            </a:r>
            <a:endParaRPr/>
          </a:p>
          <a:p>
            <a:pPr indent="0" lvl="0" marL="0" rtl="0" algn="l">
              <a:spcBef>
                <a:spcPts val="1200"/>
              </a:spcBef>
              <a:spcAft>
                <a:spcPts val="0"/>
              </a:spcAft>
              <a:buNone/>
            </a:pPr>
            <a:r>
              <a:rPr lang="en"/>
              <a:t>N/B We assume that you know html and creating files in vs code if not reach out to the admin of Immortal Connect.</a:t>
            </a:r>
            <a:endParaRPr/>
          </a:p>
          <a:p>
            <a:pPr indent="0" lvl="0" marL="0" rtl="0" algn="l">
              <a:spcBef>
                <a:spcPts val="1200"/>
              </a:spcBef>
              <a:spcAft>
                <a:spcPts val="0"/>
              </a:spcAft>
              <a:buNone/>
            </a:pPr>
            <a:r>
              <a:rPr lang="en"/>
              <a:t>This is adding Java script directly in html (internal java script or inline java script.</a:t>
            </a:r>
            <a:endParaRPr/>
          </a:p>
          <a:p>
            <a:pPr indent="0" lvl="0" marL="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2"/>
              </a:buClr>
              <a:buSzPct val="36666"/>
              <a:buFont typeface="Arial"/>
              <a:buNone/>
            </a:pPr>
            <a:r>
              <a:rPr lang="en"/>
              <a:t>ADDING JAVA SCRIPT TO A WEBPAGE</a:t>
            </a:r>
            <a:endParaRPr/>
          </a:p>
          <a:p>
            <a:pPr indent="0" lvl="0" marL="0" rtl="0" algn="l">
              <a:spcBef>
                <a:spcPts val="0"/>
              </a:spcBef>
              <a:spcAft>
                <a:spcPts val="0"/>
              </a:spcAft>
              <a:buNone/>
            </a:pPr>
            <a:r>
              <a:t/>
            </a:r>
            <a:endParaRPr/>
          </a:p>
        </p:txBody>
      </p:sp>
      <p:sp>
        <p:nvSpPr>
          <p:cNvPr id="134" name="Google Shape;134;p25"/>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If </a:t>
            </a:r>
            <a:r>
              <a:rPr lang="en"/>
              <a:t>you</a:t>
            </a:r>
            <a:r>
              <a:rPr lang="en"/>
              <a:t> store the above code as imm.html and open the file on your browser it will bring a popup message.</a:t>
            </a:r>
            <a:endParaRPr/>
          </a:p>
          <a:p>
            <a:pPr indent="0" lvl="0" marL="0" rtl="0" algn="l">
              <a:spcBef>
                <a:spcPts val="1200"/>
              </a:spcBef>
              <a:spcAft>
                <a:spcPts val="1200"/>
              </a:spcAft>
              <a:buNone/>
            </a:pPr>
            <a:r>
              <a:t/>
            </a:r>
            <a:endParaRPr/>
          </a:p>
        </p:txBody>
      </p:sp>
      <p:pic>
        <p:nvPicPr>
          <p:cNvPr id="135" name="Google Shape;135;p25"/>
          <p:cNvPicPr preferRelativeResize="0"/>
          <p:nvPr/>
        </p:nvPicPr>
        <p:blipFill>
          <a:blip r:embed="rId3">
            <a:alphaModFix/>
          </a:blip>
          <a:stretch>
            <a:fillRect/>
          </a:stretch>
        </p:blipFill>
        <p:spPr>
          <a:xfrm>
            <a:off x="508725" y="2012675"/>
            <a:ext cx="8451648" cy="30739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2"/>
              </a:buClr>
              <a:buSzPct val="36666"/>
              <a:buFont typeface="Arial"/>
              <a:buNone/>
            </a:pPr>
            <a:r>
              <a:rPr lang="en"/>
              <a:t>ADDING JAVA SCRIPT TO A WEBPAGE</a:t>
            </a:r>
            <a:endParaRPr/>
          </a:p>
          <a:p>
            <a:pPr indent="0" lvl="0" marL="0" rtl="0" algn="l">
              <a:spcBef>
                <a:spcPts val="0"/>
              </a:spcBef>
              <a:spcAft>
                <a:spcPts val="0"/>
              </a:spcAft>
              <a:buNone/>
            </a:pPr>
            <a:r>
              <a:t/>
            </a:r>
            <a:endParaRPr/>
          </a:p>
        </p:txBody>
      </p:sp>
      <p:sp>
        <p:nvSpPr>
          <p:cNvPr id="141" name="Google Shape;141;p26"/>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And Voila.</a:t>
            </a:r>
            <a:endParaRPr/>
          </a:p>
        </p:txBody>
      </p:sp>
      <p:pic>
        <p:nvPicPr>
          <p:cNvPr id="142" name="Google Shape;142;p26"/>
          <p:cNvPicPr preferRelativeResize="0"/>
          <p:nvPr/>
        </p:nvPicPr>
        <p:blipFill>
          <a:blip r:embed="rId3">
            <a:alphaModFix/>
          </a:blip>
          <a:stretch>
            <a:fillRect/>
          </a:stretch>
        </p:blipFill>
        <p:spPr>
          <a:xfrm>
            <a:off x="343725" y="2018700"/>
            <a:ext cx="8456548" cy="29311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2"/>
              </a:buClr>
              <a:buSzPct val="36666"/>
              <a:buFont typeface="Arial"/>
              <a:buNone/>
            </a:pPr>
            <a:r>
              <a:rPr lang="en"/>
              <a:t>ADDING JAVA SCRIPT TO A WEBPAGE</a:t>
            </a:r>
            <a:endParaRPr/>
          </a:p>
          <a:p>
            <a:pPr indent="0" lvl="0" marL="0" rtl="0" algn="l">
              <a:spcBef>
                <a:spcPts val="0"/>
              </a:spcBef>
              <a:spcAft>
                <a:spcPts val="0"/>
              </a:spcAft>
              <a:buClr>
                <a:schemeClr val="dk2"/>
              </a:buClr>
              <a:buSzPct val="36666"/>
              <a:buFont typeface="Arial"/>
              <a:buNone/>
            </a:pPr>
            <a:r>
              <a:t/>
            </a:r>
            <a:endParaRPr/>
          </a:p>
          <a:p>
            <a:pPr indent="0" lvl="0" marL="0" rtl="0" algn="l">
              <a:spcBef>
                <a:spcPts val="0"/>
              </a:spcBef>
              <a:spcAft>
                <a:spcPts val="0"/>
              </a:spcAft>
              <a:buNone/>
            </a:pPr>
            <a:r>
              <a:t/>
            </a:r>
            <a:endParaRPr/>
          </a:p>
        </p:txBody>
      </p:sp>
      <p:sp>
        <p:nvSpPr>
          <p:cNvPr id="148" name="Google Shape;148;p27"/>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There mistakes in our code. </a:t>
            </a:r>
            <a:endParaRPr/>
          </a:p>
          <a:p>
            <a:pPr indent="0" lvl="0" marL="0" rtl="0" algn="l">
              <a:spcBef>
                <a:spcPts val="1200"/>
              </a:spcBef>
              <a:spcAft>
                <a:spcPts val="0"/>
              </a:spcAft>
              <a:buNone/>
            </a:pPr>
            <a:r>
              <a:rPr lang="en"/>
              <a:t>Number one we need to  add a body and header tag to our html.</a:t>
            </a:r>
            <a:endParaRPr/>
          </a:p>
          <a:p>
            <a:pPr indent="0" lvl="0" marL="0" rtl="0" algn="l">
              <a:spcBef>
                <a:spcPts val="1200"/>
              </a:spcBef>
              <a:spcAft>
                <a:spcPts val="0"/>
              </a:spcAft>
              <a:buNone/>
            </a:pPr>
            <a:r>
              <a:rPr lang="en"/>
              <a:t>Inline Java Script is not ideal and external java script is preferred.</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Tip!  you dont have to Hard code html just SHIFT+!+TAB or ENTER an emmet </a:t>
            </a:r>
            <a:r>
              <a:rPr lang="en"/>
              <a:t>abbreviation</a:t>
            </a:r>
            <a:r>
              <a:rPr lang="en"/>
              <a:t> to generate a HTML Boilerplate code.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2"/>
              </a:buClr>
              <a:buSzPct val="36666"/>
              <a:buFont typeface="Arial"/>
              <a:buNone/>
            </a:pPr>
            <a:r>
              <a:rPr lang="en"/>
              <a:t>ADDING JAVA SCRIPT TO A WEBPAGE</a:t>
            </a:r>
            <a:endParaRPr/>
          </a:p>
          <a:p>
            <a:pPr indent="0" lvl="0" marL="0" rtl="0" algn="l">
              <a:spcBef>
                <a:spcPts val="0"/>
              </a:spcBef>
              <a:spcAft>
                <a:spcPts val="0"/>
              </a:spcAft>
              <a:buClr>
                <a:schemeClr val="dk2"/>
              </a:buClr>
              <a:buSzPct val="36666"/>
              <a:buFont typeface="Arial"/>
              <a:buNone/>
            </a:pPr>
            <a:r>
              <a:t/>
            </a:r>
            <a:endParaRPr/>
          </a:p>
          <a:p>
            <a:pPr indent="0" lvl="0" marL="0" rtl="0" algn="l">
              <a:spcBef>
                <a:spcPts val="0"/>
              </a:spcBef>
              <a:spcAft>
                <a:spcPts val="0"/>
              </a:spcAft>
              <a:buClr>
                <a:schemeClr val="dk2"/>
              </a:buClr>
              <a:buSzPct val="36666"/>
              <a:buFont typeface="Arial"/>
              <a:buNone/>
            </a:pPr>
            <a:r>
              <a:t/>
            </a:r>
            <a:endParaRPr/>
          </a:p>
          <a:p>
            <a:pPr indent="0" lvl="0" marL="0" rtl="0" algn="l">
              <a:spcBef>
                <a:spcPts val="0"/>
              </a:spcBef>
              <a:spcAft>
                <a:spcPts val="0"/>
              </a:spcAft>
              <a:buNone/>
            </a:pPr>
            <a:r>
              <a:t/>
            </a:r>
            <a:endParaRPr/>
          </a:p>
        </p:txBody>
      </p:sp>
      <p:sp>
        <p:nvSpPr>
          <p:cNvPr id="154" name="Google Shape;154;p28"/>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How its done.</a:t>
            </a:r>
            <a:endParaRPr/>
          </a:p>
          <a:p>
            <a:pPr indent="0" lvl="0" marL="0" rtl="0" algn="l">
              <a:spcBef>
                <a:spcPts val="1200"/>
              </a:spcBef>
              <a:spcAft>
                <a:spcPts val="1200"/>
              </a:spcAft>
              <a:buNone/>
            </a:pPr>
            <a:r>
              <a:t/>
            </a:r>
            <a:endParaRPr/>
          </a:p>
        </p:txBody>
      </p:sp>
      <p:pic>
        <p:nvPicPr>
          <p:cNvPr id="155" name="Google Shape;155;p28"/>
          <p:cNvPicPr preferRelativeResize="0"/>
          <p:nvPr/>
        </p:nvPicPr>
        <p:blipFill>
          <a:blip r:embed="rId3">
            <a:alphaModFix/>
          </a:blip>
          <a:stretch>
            <a:fillRect/>
          </a:stretch>
        </p:blipFill>
        <p:spPr>
          <a:xfrm>
            <a:off x="1167875" y="1644925"/>
            <a:ext cx="6543250" cy="33909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2"/>
              </a:buClr>
              <a:buSzPct val="36666"/>
              <a:buFont typeface="Arial"/>
              <a:buNone/>
            </a:pPr>
            <a:r>
              <a:rPr lang="en"/>
              <a:t>ADDING JAVA SCRIPT TO A WEBPAGE</a:t>
            </a:r>
            <a:endParaRPr/>
          </a:p>
          <a:p>
            <a:pPr indent="0" lvl="0" marL="0" rtl="0" algn="l">
              <a:spcBef>
                <a:spcPts val="0"/>
              </a:spcBef>
              <a:spcAft>
                <a:spcPts val="0"/>
              </a:spcAft>
              <a:buClr>
                <a:schemeClr val="dk2"/>
              </a:buClr>
              <a:buSzPct val="36666"/>
              <a:buFont typeface="Arial"/>
              <a:buNone/>
            </a:pPr>
            <a:r>
              <a:t/>
            </a:r>
            <a:endParaRPr/>
          </a:p>
          <a:p>
            <a:pPr indent="0" lvl="0" marL="0" rtl="0" algn="l">
              <a:spcBef>
                <a:spcPts val="0"/>
              </a:spcBef>
              <a:spcAft>
                <a:spcPts val="0"/>
              </a:spcAft>
              <a:buClr>
                <a:schemeClr val="dk2"/>
              </a:buClr>
              <a:buSzPct val="36666"/>
              <a:buFont typeface="Arial"/>
              <a:buNone/>
            </a:pPr>
            <a:r>
              <a:t/>
            </a:r>
            <a:endParaRPr/>
          </a:p>
          <a:p>
            <a:pPr indent="0" lvl="0" marL="0" rtl="0" algn="l">
              <a:spcBef>
                <a:spcPts val="0"/>
              </a:spcBef>
              <a:spcAft>
                <a:spcPts val="0"/>
              </a:spcAft>
              <a:buClr>
                <a:schemeClr val="dk2"/>
              </a:buClr>
              <a:buSzPct val="36666"/>
              <a:buFont typeface="Arial"/>
              <a:buNone/>
            </a:pPr>
            <a:r>
              <a:t/>
            </a:r>
            <a:endParaRPr/>
          </a:p>
          <a:p>
            <a:pPr indent="0" lvl="0" marL="0" rtl="0" algn="l">
              <a:spcBef>
                <a:spcPts val="0"/>
              </a:spcBef>
              <a:spcAft>
                <a:spcPts val="0"/>
              </a:spcAft>
              <a:buNone/>
            </a:pPr>
            <a:r>
              <a:t/>
            </a:r>
            <a:endParaRPr/>
          </a:p>
        </p:txBody>
      </p:sp>
      <p:sp>
        <p:nvSpPr>
          <p:cNvPr id="161" name="Google Shape;161;p29"/>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Step two.</a:t>
            </a:r>
            <a:endParaRPr/>
          </a:p>
        </p:txBody>
      </p:sp>
      <p:pic>
        <p:nvPicPr>
          <p:cNvPr id="162" name="Google Shape;162;p29"/>
          <p:cNvPicPr preferRelativeResize="0"/>
          <p:nvPr/>
        </p:nvPicPr>
        <p:blipFill>
          <a:blip r:embed="rId3">
            <a:alphaModFix/>
          </a:blip>
          <a:stretch>
            <a:fillRect/>
          </a:stretch>
        </p:blipFill>
        <p:spPr>
          <a:xfrm>
            <a:off x="1441200" y="1676000"/>
            <a:ext cx="7570274" cy="33846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2"/>
              </a:buClr>
              <a:buSzPct val="36666"/>
              <a:buFont typeface="Arial"/>
              <a:buNone/>
            </a:pPr>
            <a:r>
              <a:rPr lang="en"/>
              <a:t>ADDING JAVA SCRIPT TO A WEBPAGE</a:t>
            </a:r>
            <a:endParaRPr/>
          </a:p>
          <a:p>
            <a:pPr indent="0" lvl="0" marL="0" rtl="0" algn="l">
              <a:spcBef>
                <a:spcPts val="0"/>
              </a:spcBef>
              <a:spcAft>
                <a:spcPts val="0"/>
              </a:spcAft>
              <a:buNone/>
            </a:pPr>
            <a:r>
              <a:t/>
            </a:r>
            <a:endParaRPr/>
          </a:p>
        </p:txBody>
      </p:sp>
      <p:sp>
        <p:nvSpPr>
          <p:cNvPr id="168" name="Google Shape;168;p30"/>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Importance of linking a JS files externally.</a:t>
            </a:r>
            <a:endParaRPr/>
          </a:p>
          <a:p>
            <a:pPr indent="0" lvl="0" marL="0" rtl="0" algn="l">
              <a:spcBef>
                <a:spcPts val="1200"/>
              </a:spcBef>
              <a:spcAft>
                <a:spcPts val="0"/>
              </a:spcAft>
              <a:buNone/>
            </a:pPr>
            <a:r>
              <a:rPr lang="en"/>
              <a:t>It eliminates lengthy HTML files.</a:t>
            </a:r>
            <a:endParaRPr/>
          </a:p>
          <a:p>
            <a:pPr indent="0" lvl="0" marL="0" rtl="0" algn="l">
              <a:spcBef>
                <a:spcPts val="1200"/>
              </a:spcBef>
              <a:spcAft>
                <a:spcPts val="0"/>
              </a:spcAft>
              <a:buNone/>
            </a:pPr>
            <a:r>
              <a:rPr lang="en"/>
              <a:t>It enables you to reuse the js code on other parts of your website without copy pasting you can just link the file.</a:t>
            </a:r>
            <a:endParaRPr/>
          </a:p>
          <a:p>
            <a:pPr indent="0" lvl="0" marL="0" rtl="0" algn="l">
              <a:spcBef>
                <a:spcPts val="12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2"/>
              </a:buClr>
              <a:buSzPct val="36666"/>
              <a:buFont typeface="Arial"/>
              <a:buNone/>
            </a:pPr>
            <a:r>
              <a:rPr lang="en"/>
              <a:t>ADDING JAVA SCRIPT TO A WEBPAGE</a:t>
            </a:r>
            <a:endParaRPr/>
          </a:p>
          <a:p>
            <a:pPr indent="0" lvl="0" marL="0" rtl="0" algn="l">
              <a:spcBef>
                <a:spcPts val="0"/>
              </a:spcBef>
              <a:spcAft>
                <a:spcPts val="0"/>
              </a:spcAft>
              <a:buClr>
                <a:schemeClr val="dk2"/>
              </a:buClr>
              <a:buSzPct val="36666"/>
              <a:buFont typeface="Arial"/>
              <a:buNone/>
            </a:pPr>
            <a:r>
              <a:t/>
            </a:r>
            <a:endParaRPr/>
          </a:p>
          <a:p>
            <a:pPr indent="0" lvl="0" marL="0" rtl="0" algn="l">
              <a:spcBef>
                <a:spcPts val="0"/>
              </a:spcBef>
              <a:spcAft>
                <a:spcPts val="0"/>
              </a:spcAft>
              <a:buClr>
                <a:schemeClr val="dk2"/>
              </a:buClr>
              <a:buSzPct val="36666"/>
              <a:buFont typeface="Arial"/>
              <a:buNone/>
            </a:pPr>
            <a:r>
              <a:t/>
            </a:r>
            <a:endParaRPr/>
          </a:p>
          <a:p>
            <a:pPr indent="0" lvl="0" marL="0" rtl="0" algn="l">
              <a:spcBef>
                <a:spcPts val="0"/>
              </a:spcBef>
              <a:spcAft>
                <a:spcPts val="0"/>
              </a:spcAft>
              <a:buClr>
                <a:schemeClr val="dk2"/>
              </a:buClr>
              <a:buSzPct val="36666"/>
              <a:buFont typeface="Arial"/>
              <a:buNone/>
            </a:pPr>
            <a:r>
              <a:t/>
            </a:r>
            <a:endParaRPr/>
          </a:p>
          <a:p>
            <a:pPr indent="0" lvl="0" marL="0" rtl="0" algn="l">
              <a:spcBef>
                <a:spcPts val="0"/>
              </a:spcBef>
              <a:spcAft>
                <a:spcPts val="0"/>
              </a:spcAft>
              <a:buClr>
                <a:schemeClr val="dk2"/>
              </a:buClr>
              <a:buSzPct val="36666"/>
              <a:buFont typeface="Arial"/>
              <a:buNone/>
            </a:pPr>
            <a:r>
              <a:t/>
            </a:r>
            <a:endParaRPr/>
          </a:p>
          <a:p>
            <a:pPr indent="0" lvl="0" marL="0" rtl="0" algn="l">
              <a:spcBef>
                <a:spcPts val="0"/>
              </a:spcBef>
              <a:spcAft>
                <a:spcPts val="0"/>
              </a:spcAft>
              <a:buNone/>
            </a:pPr>
            <a:r>
              <a:t/>
            </a:r>
            <a:endParaRPr/>
          </a:p>
        </p:txBody>
      </p:sp>
      <p:sp>
        <p:nvSpPr>
          <p:cNvPr id="174" name="Google Shape;174;p31"/>
          <p:cNvSpPr txBox="1"/>
          <p:nvPr>
            <p:ph idx="1" type="body"/>
          </p:nvPr>
        </p:nvSpPr>
        <p:spPr>
          <a:xfrm>
            <a:off x="311700" y="1234075"/>
            <a:ext cx="8520600" cy="33348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Additional Tips.</a:t>
            </a:r>
            <a:endParaRPr/>
          </a:p>
          <a:p>
            <a:pPr indent="0" lvl="0" marL="0" rtl="0" algn="l">
              <a:spcBef>
                <a:spcPts val="1200"/>
              </a:spcBef>
              <a:spcAft>
                <a:spcPts val="0"/>
              </a:spcAft>
              <a:buNone/>
            </a:pPr>
            <a:r>
              <a:rPr lang="en"/>
              <a:t>Make sure that you put the files in the same Location or you specify the PATH to your Java Script File in your HTML.</a:t>
            </a:r>
            <a:endParaRPr/>
          </a:p>
          <a:p>
            <a:pPr indent="0" lvl="0" marL="0" rtl="0" algn="l">
              <a:spcBef>
                <a:spcPts val="1200"/>
              </a:spcBef>
              <a:spcAft>
                <a:spcPts val="0"/>
              </a:spcAft>
              <a:buNone/>
            </a:pPr>
            <a:r>
              <a:rPr lang="en"/>
              <a:t>You have two options relative and absolute paths.</a:t>
            </a:r>
            <a:endParaRPr/>
          </a:p>
          <a:p>
            <a:pPr indent="0" lvl="0" marL="0" rtl="0" algn="l">
              <a:lnSpc>
                <a:spcPct val="120000"/>
              </a:lnSpc>
              <a:spcBef>
                <a:spcPts val="1800"/>
              </a:spcBef>
              <a:spcAft>
                <a:spcPts val="0"/>
              </a:spcAft>
              <a:buClr>
                <a:schemeClr val="dk2"/>
              </a:buClr>
              <a:buSzPct val="64705"/>
              <a:buFont typeface="Arial"/>
              <a:buNone/>
            </a:pPr>
            <a:r>
              <a:rPr b="1" lang="en" sz="1700">
                <a:solidFill>
                  <a:srgbClr val="10162F"/>
                </a:solidFill>
                <a:highlight>
                  <a:schemeClr val="lt1"/>
                </a:highlight>
                <a:latin typeface="Roboto"/>
                <a:ea typeface="Roboto"/>
                <a:cs typeface="Roboto"/>
                <a:sym typeface="Roboto"/>
              </a:rPr>
              <a:t>Relative File Paths</a:t>
            </a:r>
            <a:endParaRPr b="1" sz="1700">
              <a:solidFill>
                <a:srgbClr val="10162F"/>
              </a:solidFill>
              <a:highlight>
                <a:schemeClr val="lt1"/>
              </a:highlight>
              <a:latin typeface="Roboto"/>
              <a:ea typeface="Roboto"/>
              <a:cs typeface="Roboto"/>
              <a:sym typeface="Roboto"/>
            </a:endParaRPr>
          </a:p>
          <a:p>
            <a:pPr indent="0" lvl="0" marL="0" rtl="0" algn="l">
              <a:spcBef>
                <a:spcPts val="400"/>
              </a:spcBef>
              <a:spcAft>
                <a:spcPts val="0"/>
              </a:spcAft>
              <a:buClr>
                <a:schemeClr val="dk2"/>
              </a:buClr>
              <a:buSzPct val="100000"/>
              <a:buFont typeface="Arial"/>
              <a:buNone/>
            </a:pPr>
            <a:r>
              <a:rPr lang="en" sz="1100">
                <a:solidFill>
                  <a:srgbClr val="10162F"/>
                </a:solidFill>
                <a:highlight>
                  <a:schemeClr val="lt1"/>
                </a:highlight>
                <a:latin typeface="Roboto"/>
                <a:ea typeface="Roboto"/>
                <a:cs typeface="Roboto"/>
                <a:sym typeface="Roboto"/>
              </a:rPr>
              <a:t>Relative file paths are paths that link to a local file in the same folder or on the same server. For example:</a:t>
            </a:r>
            <a:endParaRPr sz="1100">
              <a:solidFill>
                <a:srgbClr val="10162F"/>
              </a:solidFill>
              <a:highlight>
                <a:schemeClr val="lt1"/>
              </a:highlight>
              <a:latin typeface="Roboto"/>
              <a:ea typeface="Roboto"/>
              <a:cs typeface="Roboto"/>
              <a:sym typeface="Roboto"/>
            </a:endParaRPr>
          </a:p>
          <a:p>
            <a:pPr indent="-287972" lvl="0" marL="457200" rtl="0" algn="l">
              <a:spcBef>
                <a:spcPts val="1200"/>
              </a:spcBef>
              <a:spcAft>
                <a:spcPts val="0"/>
              </a:spcAft>
              <a:buClr>
                <a:srgbClr val="10162F"/>
              </a:buClr>
              <a:buSzPct val="100000"/>
              <a:buFont typeface="Roboto"/>
              <a:buChar char="●"/>
            </a:pPr>
            <a:r>
              <a:rPr lang="en" sz="1100">
                <a:solidFill>
                  <a:srgbClr val="10162F"/>
                </a:solidFill>
                <a:highlight>
                  <a:schemeClr val="lt1"/>
                </a:highlight>
                <a:latin typeface="Roboto"/>
                <a:ea typeface="Roboto"/>
                <a:cs typeface="Roboto"/>
                <a:sym typeface="Roboto"/>
              </a:rPr>
              <a:t>./about.html</a:t>
            </a:r>
            <a:endParaRPr sz="1100">
              <a:solidFill>
                <a:srgbClr val="10162F"/>
              </a:solidFill>
              <a:highlight>
                <a:schemeClr val="lt1"/>
              </a:highlight>
              <a:latin typeface="Roboto"/>
              <a:ea typeface="Roboto"/>
              <a:cs typeface="Roboto"/>
              <a:sym typeface="Roboto"/>
            </a:endParaRPr>
          </a:p>
          <a:p>
            <a:pPr indent="-287972" lvl="0" marL="457200" rtl="0" algn="l">
              <a:spcBef>
                <a:spcPts val="0"/>
              </a:spcBef>
              <a:spcAft>
                <a:spcPts val="0"/>
              </a:spcAft>
              <a:buClr>
                <a:srgbClr val="10162F"/>
              </a:buClr>
              <a:buSzPct val="100000"/>
              <a:buFont typeface="Roboto"/>
              <a:buChar char="●"/>
            </a:pPr>
            <a:r>
              <a:rPr lang="en" sz="1100">
                <a:solidFill>
                  <a:srgbClr val="10162F"/>
                </a:solidFill>
                <a:highlight>
                  <a:schemeClr val="lt1"/>
                </a:highlight>
                <a:latin typeface="Roboto"/>
                <a:ea typeface="Roboto"/>
                <a:cs typeface="Roboto"/>
                <a:sym typeface="Roboto"/>
              </a:rPr>
              <a:t>./style.css</a:t>
            </a:r>
            <a:endParaRPr sz="1100">
              <a:solidFill>
                <a:srgbClr val="10162F"/>
              </a:solidFill>
              <a:highlight>
                <a:schemeClr val="lt1"/>
              </a:highlight>
              <a:latin typeface="Roboto"/>
              <a:ea typeface="Roboto"/>
              <a:cs typeface="Roboto"/>
              <a:sym typeface="Roboto"/>
            </a:endParaRPr>
          </a:p>
          <a:p>
            <a:pPr indent="-287972" lvl="0" marL="457200" rtl="0" algn="l">
              <a:spcBef>
                <a:spcPts val="0"/>
              </a:spcBef>
              <a:spcAft>
                <a:spcPts val="0"/>
              </a:spcAft>
              <a:buClr>
                <a:srgbClr val="10162F"/>
              </a:buClr>
              <a:buSzPct val="100000"/>
              <a:buFont typeface="Roboto"/>
              <a:buChar char="●"/>
            </a:pPr>
            <a:r>
              <a:rPr lang="en" sz="1100">
                <a:solidFill>
                  <a:srgbClr val="10162F"/>
                </a:solidFill>
                <a:highlight>
                  <a:schemeClr val="lt1"/>
                </a:highlight>
                <a:latin typeface="Roboto"/>
                <a:ea typeface="Roboto"/>
                <a:cs typeface="Roboto"/>
                <a:sym typeface="Roboto"/>
              </a:rPr>
              <a:t>./images/logo.png</a:t>
            </a:r>
            <a:endParaRPr sz="1100">
              <a:solidFill>
                <a:srgbClr val="10162F"/>
              </a:solidFill>
              <a:highlight>
                <a:schemeClr val="lt1"/>
              </a:highlight>
              <a:latin typeface="Roboto"/>
              <a:ea typeface="Roboto"/>
              <a:cs typeface="Roboto"/>
              <a:sym typeface="Roboto"/>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2"/>
              </a:buClr>
              <a:buSzPct val="36666"/>
              <a:buFont typeface="Arial"/>
              <a:buNone/>
            </a:pPr>
            <a:r>
              <a:rPr lang="en"/>
              <a:t>ADDING JAVA SCRIPT TO A WEBPAGE</a:t>
            </a:r>
            <a:endParaRPr/>
          </a:p>
          <a:p>
            <a:pPr indent="0" lvl="0" marL="0" rtl="0" algn="l">
              <a:spcBef>
                <a:spcPts val="0"/>
              </a:spcBef>
              <a:spcAft>
                <a:spcPts val="0"/>
              </a:spcAft>
              <a:buClr>
                <a:schemeClr val="dk2"/>
              </a:buClr>
              <a:buSzPct val="36666"/>
              <a:buFont typeface="Arial"/>
              <a:buNone/>
            </a:pPr>
            <a:r>
              <a:t/>
            </a:r>
            <a:endParaRPr/>
          </a:p>
          <a:p>
            <a:pPr indent="0" lvl="0" marL="0" rtl="0" algn="l">
              <a:spcBef>
                <a:spcPts val="0"/>
              </a:spcBef>
              <a:spcAft>
                <a:spcPts val="0"/>
              </a:spcAft>
              <a:buNone/>
            </a:pPr>
            <a:r>
              <a:t/>
            </a:r>
            <a:endParaRPr/>
          </a:p>
        </p:txBody>
      </p:sp>
      <p:sp>
        <p:nvSpPr>
          <p:cNvPr id="180" name="Google Shape;180;p32"/>
          <p:cNvSpPr txBox="1"/>
          <p:nvPr>
            <p:ph idx="1" type="body"/>
          </p:nvPr>
        </p:nvSpPr>
        <p:spPr>
          <a:xfrm>
            <a:off x="311700" y="1234075"/>
            <a:ext cx="8520600" cy="3334800"/>
          </a:xfrm>
          <a:prstGeom prst="rect">
            <a:avLst/>
          </a:prstGeom>
        </p:spPr>
        <p:txBody>
          <a:bodyPr anchorCtr="0" anchor="t" bIns="91425" lIns="91425" spcFirstLastPara="1" rIns="91425" wrap="square" tIns="91425">
            <a:normAutofit fontScale="92500" lnSpcReduction="10000"/>
          </a:bodyPr>
          <a:lstStyle/>
          <a:p>
            <a:pPr indent="0" lvl="0" marL="0" rtl="0" algn="l">
              <a:lnSpc>
                <a:spcPct val="140000"/>
              </a:lnSpc>
              <a:spcBef>
                <a:spcPts val="1500"/>
              </a:spcBef>
              <a:spcAft>
                <a:spcPts val="0"/>
              </a:spcAft>
              <a:buClr>
                <a:schemeClr val="dk2"/>
              </a:buClr>
              <a:buSzPct val="73333"/>
              <a:buFont typeface="Arial"/>
              <a:buNone/>
            </a:pPr>
            <a:r>
              <a:rPr lang="en" sz="1500">
                <a:solidFill>
                  <a:srgbClr val="001D35"/>
                </a:solidFill>
                <a:highlight>
                  <a:srgbClr val="FFFFFF"/>
                </a:highlight>
                <a:latin typeface="Arial"/>
                <a:ea typeface="Arial"/>
                <a:cs typeface="Arial"/>
                <a:sym typeface="Arial"/>
              </a:rPr>
              <a:t>Key Notations for Relative Paths</a:t>
            </a:r>
            <a:endParaRPr sz="1500">
              <a:solidFill>
                <a:srgbClr val="001D35"/>
              </a:solidFill>
              <a:highlight>
                <a:srgbClr val="FFFFFF"/>
              </a:highlight>
              <a:latin typeface="Arial"/>
              <a:ea typeface="Arial"/>
              <a:cs typeface="Arial"/>
              <a:sym typeface="Arial"/>
            </a:endParaRPr>
          </a:p>
          <a:p>
            <a:pPr indent="0" lvl="0" marL="0" rtl="0" algn="l">
              <a:lnSpc>
                <a:spcPct val="150000"/>
              </a:lnSpc>
              <a:spcBef>
                <a:spcPts val="800"/>
              </a:spcBef>
              <a:spcAft>
                <a:spcPts val="0"/>
              </a:spcAft>
              <a:buClr>
                <a:schemeClr val="dk2"/>
              </a:buClr>
              <a:buSzPct val="91666"/>
              <a:buFont typeface="Arial"/>
              <a:buNone/>
            </a:pPr>
            <a:r>
              <a:rPr lang="en" sz="1200">
                <a:solidFill>
                  <a:srgbClr val="0A0A0A"/>
                </a:solidFill>
                <a:highlight>
                  <a:srgbClr val="FFFFFF"/>
                </a:highlight>
                <a:latin typeface="Arial"/>
                <a:ea typeface="Arial"/>
                <a:cs typeface="Arial"/>
                <a:sym typeface="Arial"/>
              </a:rPr>
              <a:t>The following notations are used to navigate the file system relative to the current file: </a:t>
            </a:r>
            <a:endParaRPr sz="1200">
              <a:solidFill>
                <a:srgbClr val="0A0A0A"/>
              </a:solidFill>
              <a:highlight>
                <a:srgbClr val="FFFFFF"/>
              </a:highlight>
              <a:latin typeface="Arial"/>
              <a:ea typeface="Arial"/>
              <a:cs typeface="Arial"/>
              <a:sym typeface="Arial"/>
            </a:endParaRPr>
          </a:p>
          <a:p>
            <a:pPr indent="-299085" lvl="0" marL="457200" rtl="0" algn="l">
              <a:lnSpc>
                <a:spcPct val="150000"/>
              </a:lnSpc>
              <a:spcBef>
                <a:spcPts val="1500"/>
              </a:spcBef>
              <a:spcAft>
                <a:spcPts val="0"/>
              </a:spcAft>
              <a:buClr>
                <a:srgbClr val="0A0A0A"/>
              </a:buClr>
              <a:buSzPct val="114285"/>
              <a:buFont typeface="Arial"/>
              <a:buChar char="●"/>
            </a:pPr>
            <a:r>
              <a:rPr lang="en" sz="1050">
                <a:solidFill>
                  <a:srgbClr val="0A0A0A"/>
                </a:solidFill>
                <a:highlight>
                  <a:srgbClr val="F3F5F6"/>
                </a:highlight>
                <a:latin typeface="Roboto Mono"/>
                <a:ea typeface="Roboto Mono"/>
                <a:cs typeface="Roboto Mono"/>
                <a:sym typeface="Roboto Mono"/>
              </a:rPr>
              <a:t>./</a:t>
            </a:r>
            <a:r>
              <a:rPr lang="en" sz="1200">
                <a:solidFill>
                  <a:srgbClr val="0A0A0A"/>
                </a:solidFill>
                <a:highlight>
                  <a:srgbClr val="FFFFFF"/>
                </a:highlight>
                <a:latin typeface="Arial"/>
                <a:ea typeface="Arial"/>
                <a:cs typeface="Arial"/>
                <a:sym typeface="Arial"/>
              </a:rPr>
              <a:t> : Refers to the current directory (folder). In HTML, </a:t>
            </a:r>
            <a:r>
              <a:rPr lang="en" sz="1050">
                <a:solidFill>
                  <a:srgbClr val="0A0A0A"/>
                </a:solidFill>
                <a:highlight>
                  <a:srgbClr val="F3F5F6"/>
                </a:highlight>
                <a:latin typeface="Roboto Mono"/>
                <a:ea typeface="Roboto Mono"/>
                <a:cs typeface="Roboto Mono"/>
                <a:sym typeface="Roboto Mono"/>
              </a:rPr>
              <a:t>src="script.js"</a:t>
            </a:r>
            <a:r>
              <a:rPr lang="en" sz="1200">
                <a:solidFill>
                  <a:srgbClr val="0A0A0A"/>
                </a:solidFill>
                <a:highlight>
                  <a:srgbClr val="FFFFFF"/>
                </a:highlight>
                <a:latin typeface="Arial"/>
                <a:ea typeface="Arial"/>
                <a:cs typeface="Arial"/>
                <a:sym typeface="Arial"/>
              </a:rPr>
              <a:t> is equivalent to </a:t>
            </a:r>
            <a:r>
              <a:rPr lang="en" sz="1050">
                <a:solidFill>
                  <a:srgbClr val="0A0A0A"/>
                </a:solidFill>
                <a:highlight>
                  <a:srgbClr val="F3F5F6"/>
                </a:highlight>
                <a:latin typeface="Roboto Mono"/>
                <a:ea typeface="Roboto Mono"/>
                <a:cs typeface="Roboto Mono"/>
                <a:sym typeface="Roboto Mono"/>
              </a:rPr>
              <a:t>src="./script.js"</a:t>
            </a:r>
            <a:r>
              <a:rPr lang="en" sz="1200">
                <a:solidFill>
                  <a:srgbClr val="0A0A0A"/>
                </a:solidFill>
                <a:highlight>
                  <a:srgbClr val="FFFFFF"/>
                </a:highlight>
                <a:latin typeface="Arial"/>
                <a:ea typeface="Arial"/>
                <a:cs typeface="Arial"/>
                <a:sym typeface="Arial"/>
              </a:rPr>
              <a:t>. In modern JavaScript modules (ESM), the </a:t>
            </a:r>
            <a:r>
              <a:rPr lang="en" sz="1050">
                <a:solidFill>
                  <a:srgbClr val="0A0A0A"/>
                </a:solidFill>
                <a:highlight>
                  <a:srgbClr val="F3F5F6"/>
                </a:highlight>
                <a:latin typeface="Roboto Mono"/>
                <a:ea typeface="Roboto Mono"/>
                <a:cs typeface="Roboto Mono"/>
                <a:sym typeface="Roboto Mono"/>
              </a:rPr>
              <a:t>./</a:t>
            </a:r>
            <a:r>
              <a:rPr lang="en" sz="1200">
                <a:solidFill>
                  <a:srgbClr val="0A0A0A"/>
                </a:solidFill>
                <a:highlight>
                  <a:srgbClr val="FFFFFF"/>
                </a:highlight>
                <a:latin typeface="Arial"/>
                <a:ea typeface="Arial"/>
                <a:cs typeface="Arial"/>
                <a:sym typeface="Arial"/>
              </a:rPr>
              <a:t> prefix is often required to distinguish local files from library modules.</a:t>
            </a:r>
            <a:endParaRPr sz="1200">
              <a:solidFill>
                <a:srgbClr val="0A0A0A"/>
              </a:solidFill>
              <a:highlight>
                <a:srgbClr val="FFFFFF"/>
              </a:highlight>
              <a:latin typeface="Arial"/>
              <a:ea typeface="Arial"/>
              <a:cs typeface="Arial"/>
              <a:sym typeface="Arial"/>
            </a:endParaRPr>
          </a:p>
          <a:p>
            <a:pPr indent="-299085" lvl="0" marL="457200" rtl="0" algn="l">
              <a:lnSpc>
                <a:spcPct val="150000"/>
              </a:lnSpc>
              <a:spcBef>
                <a:spcPts val="0"/>
              </a:spcBef>
              <a:spcAft>
                <a:spcPts val="0"/>
              </a:spcAft>
              <a:buClr>
                <a:srgbClr val="0A0A0A"/>
              </a:buClr>
              <a:buSzPct val="114285"/>
              <a:buFont typeface="Arial"/>
              <a:buChar char="●"/>
            </a:pPr>
            <a:r>
              <a:rPr lang="en" sz="1050">
                <a:solidFill>
                  <a:srgbClr val="0A0A0A"/>
                </a:solidFill>
                <a:highlight>
                  <a:srgbClr val="F3F5F6"/>
                </a:highlight>
                <a:latin typeface="Roboto Mono"/>
                <a:ea typeface="Roboto Mono"/>
                <a:cs typeface="Roboto Mono"/>
                <a:sym typeface="Roboto Mono"/>
              </a:rPr>
              <a:t>../</a:t>
            </a:r>
            <a:r>
              <a:rPr lang="en" sz="1200">
                <a:solidFill>
                  <a:srgbClr val="0A0A0A"/>
                </a:solidFill>
                <a:highlight>
                  <a:srgbClr val="FFFFFF"/>
                </a:highlight>
                <a:latin typeface="Arial"/>
                <a:ea typeface="Arial"/>
                <a:cs typeface="Arial"/>
                <a:sym typeface="Arial"/>
              </a:rPr>
              <a:t> : Moves up one directory level (to the parent folder). You can chain these (e.g., </a:t>
            </a:r>
            <a:r>
              <a:rPr lang="en" sz="1050">
                <a:solidFill>
                  <a:srgbClr val="0A0A0A"/>
                </a:solidFill>
                <a:highlight>
                  <a:srgbClr val="F3F5F6"/>
                </a:highlight>
                <a:latin typeface="Roboto Mono"/>
                <a:ea typeface="Roboto Mono"/>
                <a:cs typeface="Roboto Mono"/>
                <a:sym typeface="Roboto Mono"/>
              </a:rPr>
              <a:t>../../</a:t>
            </a:r>
            <a:r>
              <a:rPr lang="en" sz="1200">
                <a:solidFill>
                  <a:srgbClr val="0A0A0A"/>
                </a:solidFill>
                <a:highlight>
                  <a:srgbClr val="FFFFFF"/>
                </a:highlight>
                <a:latin typeface="Arial"/>
                <a:ea typeface="Arial"/>
                <a:cs typeface="Arial"/>
                <a:sym typeface="Arial"/>
              </a:rPr>
              <a:t>) to move up multiple levels.</a:t>
            </a:r>
            <a:endParaRPr sz="1200">
              <a:solidFill>
                <a:srgbClr val="0A0A0A"/>
              </a:solidFill>
              <a:highlight>
                <a:srgbClr val="FFFFFF"/>
              </a:highlight>
              <a:latin typeface="Arial"/>
              <a:ea typeface="Arial"/>
              <a:cs typeface="Arial"/>
              <a:sym typeface="Arial"/>
            </a:endParaRPr>
          </a:p>
          <a:p>
            <a:pPr indent="-299085" lvl="0" marL="457200" rtl="0" algn="l">
              <a:lnSpc>
                <a:spcPct val="150000"/>
              </a:lnSpc>
              <a:spcBef>
                <a:spcPts val="0"/>
              </a:spcBef>
              <a:spcAft>
                <a:spcPts val="0"/>
              </a:spcAft>
              <a:buClr>
                <a:srgbClr val="0A0A0A"/>
              </a:buClr>
              <a:buSzPct val="100000"/>
              <a:buFont typeface="Arial"/>
              <a:buChar char="●"/>
            </a:pPr>
            <a:r>
              <a:rPr lang="en" sz="1200">
                <a:solidFill>
                  <a:srgbClr val="0A0A0A"/>
                </a:solidFill>
                <a:highlight>
                  <a:srgbClr val="FFFFFF"/>
                </a:highlight>
                <a:latin typeface="Arial"/>
                <a:ea typeface="Arial"/>
                <a:cs typeface="Arial"/>
                <a:sym typeface="Arial"/>
              </a:rPr>
              <a:t>No prefix (e.g., </a:t>
            </a:r>
            <a:r>
              <a:rPr lang="en" sz="1050">
                <a:solidFill>
                  <a:srgbClr val="0A0A0A"/>
                </a:solidFill>
                <a:highlight>
                  <a:srgbClr val="F3F5F6"/>
                </a:highlight>
                <a:latin typeface="Roboto Mono"/>
                <a:ea typeface="Roboto Mono"/>
                <a:cs typeface="Roboto Mono"/>
                <a:sym typeface="Roboto Mono"/>
              </a:rPr>
              <a:t>images/logo.png</a:t>
            </a:r>
            <a:r>
              <a:rPr lang="en" sz="1200">
                <a:solidFill>
                  <a:srgbClr val="0A0A0A"/>
                </a:solidFill>
                <a:highlight>
                  <a:srgbClr val="FFFFFF"/>
                </a:highlight>
                <a:latin typeface="Arial"/>
                <a:ea typeface="Arial"/>
                <a:cs typeface="Arial"/>
                <a:sym typeface="Arial"/>
              </a:rPr>
              <a:t>) : This is also relative to the current directory. It tells the browser to look for a folder named </a:t>
            </a:r>
            <a:r>
              <a:rPr lang="en" sz="1050">
                <a:solidFill>
                  <a:srgbClr val="0A0A0A"/>
                </a:solidFill>
                <a:highlight>
                  <a:srgbClr val="F3F5F6"/>
                </a:highlight>
                <a:latin typeface="Roboto Mono"/>
                <a:ea typeface="Roboto Mono"/>
                <a:cs typeface="Roboto Mono"/>
                <a:sym typeface="Roboto Mono"/>
              </a:rPr>
              <a:t>images</a:t>
            </a:r>
            <a:r>
              <a:rPr lang="en" sz="1200">
                <a:solidFill>
                  <a:srgbClr val="0A0A0A"/>
                </a:solidFill>
                <a:highlight>
                  <a:srgbClr val="FFFFFF"/>
                </a:highlight>
                <a:latin typeface="Arial"/>
                <a:ea typeface="Arial"/>
                <a:cs typeface="Arial"/>
                <a:sym typeface="Arial"/>
              </a:rPr>
              <a:t> inside the current folder.</a:t>
            </a:r>
            <a:endParaRPr sz="1200">
              <a:solidFill>
                <a:srgbClr val="0A0A0A"/>
              </a:solidFill>
              <a:highlight>
                <a:srgbClr val="FFFFFF"/>
              </a:highlight>
              <a:latin typeface="Arial"/>
              <a:ea typeface="Arial"/>
              <a:cs typeface="Arial"/>
              <a:sym typeface="Arial"/>
            </a:endParaRPr>
          </a:p>
          <a:p>
            <a:pPr indent="-299085" lvl="0" marL="457200" rtl="0" algn="l">
              <a:lnSpc>
                <a:spcPct val="150000"/>
              </a:lnSpc>
              <a:spcBef>
                <a:spcPts val="0"/>
              </a:spcBef>
              <a:spcAft>
                <a:spcPts val="0"/>
              </a:spcAft>
              <a:buClr>
                <a:srgbClr val="0A0A0A"/>
              </a:buClr>
              <a:buSzPct val="114285"/>
              <a:buFont typeface="Arial"/>
              <a:buChar char="●"/>
            </a:pPr>
            <a:r>
              <a:rPr lang="en" sz="1050">
                <a:solidFill>
                  <a:srgbClr val="0A0A0A"/>
                </a:solidFill>
                <a:highlight>
                  <a:srgbClr val="F3F5F6"/>
                </a:highlight>
                <a:latin typeface="Roboto Mono"/>
                <a:ea typeface="Roboto Mono"/>
                <a:cs typeface="Roboto Mono"/>
                <a:sym typeface="Roboto Mono"/>
              </a:rPr>
              <a:t>/</a:t>
            </a:r>
            <a:r>
              <a:rPr lang="en" sz="1200">
                <a:solidFill>
                  <a:srgbClr val="0A0A0A"/>
                </a:solidFill>
                <a:highlight>
                  <a:srgbClr val="FFFFFF"/>
                </a:highlight>
                <a:latin typeface="Arial"/>
                <a:ea typeface="Arial"/>
                <a:cs typeface="Arial"/>
                <a:sym typeface="Arial"/>
              </a:rPr>
              <a:t> (leading slash) : This is a root-relative path (or path-relative URL), not a purely relative path. It points to the root directory of the </a:t>
            </a:r>
            <a:r>
              <a:rPr i="1" lang="en" sz="1200">
                <a:solidFill>
                  <a:srgbClr val="0A0A0A"/>
                </a:solidFill>
                <a:highlight>
                  <a:srgbClr val="FFFFFF"/>
                </a:highlight>
                <a:latin typeface="Arial"/>
                <a:ea typeface="Arial"/>
                <a:cs typeface="Arial"/>
                <a:sym typeface="Arial"/>
              </a:rPr>
              <a:t>entire website</a:t>
            </a:r>
            <a:r>
              <a:rPr lang="en" sz="1200">
                <a:solidFill>
                  <a:srgbClr val="0A0A0A"/>
                </a:solidFill>
                <a:highlight>
                  <a:srgbClr val="FFFFFF"/>
                </a:highlight>
                <a:latin typeface="Arial"/>
                <a:ea typeface="Arial"/>
                <a:cs typeface="Arial"/>
                <a:sym typeface="Arial"/>
              </a:rPr>
              <a:t> (domain). </a:t>
            </a:r>
            <a:endParaRPr sz="1200">
              <a:solidFill>
                <a:srgbClr val="0A0A0A"/>
              </a:solidFill>
              <a:highlight>
                <a:srgbClr val="FFFFFF"/>
              </a:highlight>
              <a:latin typeface="Arial"/>
              <a:ea typeface="Arial"/>
              <a:cs typeface="Arial"/>
              <a:sym typeface="Arial"/>
            </a:endParaRPr>
          </a:p>
          <a:p>
            <a:pPr indent="0" lvl="0" marL="0" rtl="0" algn="l">
              <a:spcBef>
                <a:spcPts val="2400"/>
              </a:spcBef>
              <a:spcAft>
                <a:spcPts val="12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2"/>
              </a:buClr>
              <a:buSzPct val="36666"/>
              <a:buFont typeface="Arial"/>
              <a:buNone/>
            </a:pPr>
            <a:r>
              <a:rPr lang="en"/>
              <a:t>ADDING JAVA SCRIPT TO A WEBPAGE</a:t>
            </a:r>
            <a:endParaRPr/>
          </a:p>
          <a:p>
            <a:pPr indent="0" lvl="0" marL="0" rtl="0" algn="l">
              <a:spcBef>
                <a:spcPts val="0"/>
              </a:spcBef>
              <a:spcAft>
                <a:spcPts val="0"/>
              </a:spcAft>
              <a:buClr>
                <a:schemeClr val="dk2"/>
              </a:buClr>
              <a:buSzPct val="36666"/>
              <a:buFont typeface="Arial"/>
              <a:buNone/>
            </a:pPr>
            <a:r>
              <a:t/>
            </a:r>
            <a:endParaRPr/>
          </a:p>
          <a:p>
            <a:pPr indent="0" lvl="0" marL="0" rtl="0" algn="l">
              <a:spcBef>
                <a:spcPts val="0"/>
              </a:spcBef>
              <a:spcAft>
                <a:spcPts val="0"/>
              </a:spcAft>
              <a:buClr>
                <a:schemeClr val="dk2"/>
              </a:buClr>
              <a:buSzPct val="36666"/>
              <a:buFont typeface="Arial"/>
              <a:buNone/>
            </a:pPr>
            <a:r>
              <a:t/>
            </a:r>
            <a:endParaRPr/>
          </a:p>
          <a:p>
            <a:pPr indent="0" lvl="0" marL="0" rtl="0" algn="l">
              <a:spcBef>
                <a:spcPts val="0"/>
              </a:spcBef>
              <a:spcAft>
                <a:spcPts val="0"/>
              </a:spcAft>
              <a:buNone/>
            </a:pPr>
            <a:r>
              <a:t/>
            </a:r>
            <a:endParaRPr/>
          </a:p>
        </p:txBody>
      </p:sp>
      <p:sp>
        <p:nvSpPr>
          <p:cNvPr id="186" name="Google Shape;186;p33"/>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200">
                <a:solidFill>
                  <a:srgbClr val="0A0A0A"/>
                </a:solidFill>
                <a:highlight>
                  <a:srgbClr val="FFFFFF"/>
                </a:highlight>
                <a:latin typeface="Arial"/>
                <a:ea typeface="Arial"/>
                <a:cs typeface="Arial"/>
                <a:sym typeface="Arial"/>
              </a:rPr>
              <a:t>An absolute path is a complete, unambiguous address for a file or directory, starting from the root of the file system (like </a:t>
            </a:r>
            <a:r>
              <a:rPr lang="en" sz="1050">
                <a:solidFill>
                  <a:srgbClr val="0A0A0A"/>
                </a:solidFill>
                <a:highlight>
                  <a:srgbClr val="F3F5F6"/>
                </a:highlight>
                <a:latin typeface="Roboto Mono"/>
                <a:ea typeface="Roboto Mono"/>
                <a:cs typeface="Roboto Mono"/>
                <a:sym typeface="Roboto Mono"/>
              </a:rPr>
              <a:t>/</a:t>
            </a:r>
            <a:r>
              <a:rPr lang="en" sz="1200">
                <a:solidFill>
                  <a:srgbClr val="0A0A0A"/>
                </a:solidFill>
                <a:highlight>
                  <a:srgbClr val="FFFFFF"/>
                </a:highlight>
                <a:latin typeface="Arial"/>
                <a:ea typeface="Arial"/>
                <a:cs typeface="Arial"/>
                <a:sym typeface="Arial"/>
              </a:rPr>
              <a:t> in Linux or </a:t>
            </a:r>
            <a:r>
              <a:rPr lang="en" sz="1050">
                <a:solidFill>
                  <a:srgbClr val="0A0A0A"/>
                </a:solidFill>
                <a:highlight>
                  <a:srgbClr val="F3F5F6"/>
                </a:highlight>
                <a:latin typeface="Roboto Mono"/>
                <a:ea typeface="Roboto Mono"/>
                <a:cs typeface="Roboto Mono"/>
                <a:sym typeface="Roboto Mono"/>
              </a:rPr>
              <a:t>C:\</a:t>
            </a:r>
            <a:r>
              <a:rPr lang="en" sz="1200">
                <a:solidFill>
                  <a:srgbClr val="0A0A0A"/>
                </a:solidFill>
                <a:highlight>
                  <a:srgbClr val="FFFFFF"/>
                </a:highlight>
                <a:latin typeface="Arial"/>
                <a:ea typeface="Arial"/>
                <a:cs typeface="Arial"/>
                <a:sym typeface="Arial"/>
              </a:rPr>
              <a:t> in Windows) or the web server, and listing every folder step to the final destination, ensuring it works regardless of your current location. It's crucial for scripts and web links that need to consistently find resources, contrasting with </a:t>
            </a:r>
            <a:r>
              <a:rPr lang="en" sz="1200" u="sng">
                <a:solidFill>
                  <a:schemeClr val="hlink"/>
                </a:solidFill>
                <a:highlight>
                  <a:srgbClr val="FFFFFF"/>
                </a:highlight>
                <a:latin typeface="Arial"/>
                <a:ea typeface="Arial"/>
                <a:cs typeface="Arial"/>
                <a:sym typeface="Arial"/>
                <a:hlinkClick r:id="rId3"/>
              </a:rPr>
              <a:t>relative paths</a:t>
            </a:r>
            <a:r>
              <a:rPr lang="en" sz="1200">
                <a:solidFill>
                  <a:srgbClr val="0A0A0A"/>
                </a:solidFill>
                <a:highlight>
                  <a:srgbClr val="FFFFFF"/>
                </a:highlight>
                <a:latin typeface="Arial"/>
                <a:ea typeface="Arial"/>
                <a:cs typeface="Arial"/>
                <a:sym typeface="Arial"/>
              </a:rPr>
              <a:t>, which only describe the location from the </a:t>
            </a:r>
            <a:r>
              <a:rPr i="1" lang="en" sz="1200">
                <a:solidFill>
                  <a:srgbClr val="0A0A0A"/>
                </a:solidFill>
                <a:highlight>
                  <a:srgbClr val="FFFFFF"/>
                </a:highlight>
                <a:latin typeface="Arial"/>
                <a:ea typeface="Arial"/>
                <a:cs typeface="Arial"/>
                <a:sym typeface="Arial"/>
              </a:rPr>
              <a:t>current</a:t>
            </a:r>
            <a:r>
              <a:rPr lang="en" sz="1200">
                <a:solidFill>
                  <a:srgbClr val="0A0A0A"/>
                </a:solidFill>
                <a:highlight>
                  <a:srgbClr val="FFFFFF"/>
                </a:highlight>
                <a:latin typeface="Arial"/>
                <a:ea typeface="Arial"/>
                <a:cs typeface="Arial"/>
                <a:sym typeface="Arial"/>
              </a:rPr>
              <a:t> folder.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2"/>
              </a:buClr>
              <a:buSzPct val="36666"/>
              <a:buFont typeface="Arial"/>
              <a:buNone/>
            </a:pPr>
            <a:r>
              <a:rPr lang="en"/>
              <a:t>ADDING JAVA SCRIPT TO A WEBPAGE</a:t>
            </a:r>
            <a:endParaRPr/>
          </a:p>
          <a:p>
            <a:pPr indent="0" lvl="0" marL="0" rtl="0" algn="l">
              <a:spcBef>
                <a:spcPts val="0"/>
              </a:spcBef>
              <a:spcAft>
                <a:spcPts val="0"/>
              </a:spcAft>
              <a:buClr>
                <a:schemeClr val="dk2"/>
              </a:buClr>
              <a:buSzPct val="36666"/>
              <a:buFont typeface="Arial"/>
              <a:buNone/>
            </a:pPr>
            <a:r>
              <a:t/>
            </a:r>
            <a:endParaRPr/>
          </a:p>
          <a:p>
            <a:pPr indent="0" lvl="0" marL="0" rtl="0" algn="l">
              <a:spcBef>
                <a:spcPts val="0"/>
              </a:spcBef>
              <a:spcAft>
                <a:spcPts val="0"/>
              </a:spcAft>
              <a:buClr>
                <a:schemeClr val="dk2"/>
              </a:buClr>
              <a:buSzPct val="36666"/>
              <a:buFont typeface="Arial"/>
              <a:buNone/>
            </a:pPr>
            <a:r>
              <a:t/>
            </a:r>
            <a:endParaRPr/>
          </a:p>
          <a:p>
            <a:pPr indent="0" lvl="0" marL="0" rtl="0" algn="l">
              <a:spcBef>
                <a:spcPts val="0"/>
              </a:spcBef>
              <a:spcAft>
                <a:spcPts val="0"/>
              </a:spcAft>
              <a:buClr>
                <a:schemeClr val="dk2"/>
              </a:buClr>
              <a:buSzPct val="36666"/>
              <a:buFont typeface="Arial"/>
              <a:buNone/>
            </a:pPr>
            <a:r>
              <a:t/>
            </a:r>
            <a:endParaRPr/>
          </a:p>
          <a:p>
            <a:pPr indent="0" lvl="0" marL="0" rtl="0" algn="l">
              <a:spcBef>
                <a:spcPts val="0"/>
              </a:spcBef>
              <a:spcAft>
                <a:spcPts val="0"/>
              </a:spcAft>
              <a:buNone/>
            </a:pPr>
            <a:r>
              <a:t/>
            </a:r>
            <a:endParaRPr/>
          </a:p>
        </p:txBody>
      </p:sp>
      <p:sp>
        <p:nvSpPr>
          <p:cNvPr id="192" name="Google Shape;192;p34"/>
          <p:cNvSpPr txBox="1"/>
          <p:nvPr>
            <p:ph idx="1" type="body"/>
          </p:nvPr>
        </p:nvSpPr>
        <p:spPr>
          <a:xfrm>
            <a:off x="311700" y="1234075"/>
            <a:ext cx="8520600" cy="3334800"/>
          </a:xfrm>
          <a:prstGeom prst="rect">
            <a:avLst/>
          </a:prstGeom>
        </p:spPr>
        <p:txBody>
          <a:bodyPr anchorCtr="0" anchor="t" bIns="91425" lIns="91425" spcFirstLastPara="1" rIns="91425" wrap="square" tIns="91425">
            <a:normAutofit fontScale="55000" lnSpcReduction="20000"/>
          </a:bodyPr>
          <a:lstStyle/>
          <a:p>
            <a:pPr indent="0" lvl="0" marL="0" rtl="0" algn="l">
              <a:lnSpc>
                <a:spcPct val="140000"/>
              </a:lnSpc>
              <a:spcBef>
                <a:spcPts val="1500"/>
              </a:spcBef>
              <a:spcAft>
                <a:spcPts val="0"/>
              </a:spcAft>
              <a:buClr>
                <a:schemeClr val="dk2"/>
              </a:buClr>
              <a:buSzPct val="73333"/>
              <a:buFont typeface="Arial"/>
              <a:buNone/>
            </a:pPr>
            <a:r>
              <a:rPr lang="en" sz="1500">
                <a:solidFill>
                  <a:srgbClr val="001D35"/>
                </a:solidFill>
                <a:highlight>
                  <a:srgbClr val="FFFFFF"/>
                </a:highlight>
                <a:latin typeface="Arial"/>
                <a:ea typeface="Arial"/>
                <a:cs typeface="Arial"/>
                <a:sym typeface="Arial"/>
              </a:rPr>
              <a:t>Key Characteristics</a:t>
            </a:r>
            <a:endParaRPr sz="1500">
              <a:solidFill>
                <a:srgbClr val="001D35"/>
              </a:solidFill>
              <a:highlight>
                <a:srgbClr val="FFFFFF"/>
              </a:highlight>
              <a:latin typeface="Arial"/>
              <a:ea typeface="Arial"/>
              <a:cs typeface="Arial"/>
              <a:sym typeface="Arial"/>
            </a:endParaRPr>
          </a:p>
          <a:p>
            <a:pPr indent="-270510" lvl="0" marL="457200" rtl="0" algn="l">
              <a:lnSpc>
                <a:spcPct val="150000"/>
              </a:lnSpc>
              <a:spcBef>
                <a:spcPts val="800"/>
              </a:spcBef>
              <a:spcAft>
                <a:spcPts val="0"/>
              </a:spcAft>
              <a:buClr>
                <a:srgbClr val="0A0A0A"/>
              </a:buClr>
              <a:buSzPct val="100000"/>
              <a:buFont typeface="Arial"/>
              <a:buChar char="●"/>
            </a:pPr>
            <a:r>
              <a:rPr lang="en" sz="1200">
                <a:solidFill>
                  <a:srgbClr val="0A0A0A"/>
                </a:solidFill>
                <a:highlight>
                  <a:srgbClr val="FFFFFF"/>
                </a:highlight>
                <a:latin typeface="Arial"/>
                <a:ea typeface="Arial"/>
                <a:cs typeface="Arial"/>
                <a:sym typeface="Arial"/>
              </a:rPr>
              <a:t>Starts from the Root: Always begins at the highest level of the directory structure.</a:t>
            </a:r>
            <a:endParaRPr sz="1200">
              <a:solidFill>
                <a:srgbClr val="0A0A0A"/>
              </a:solidFill>
              <a:highlight>
                <a:srgbClr val="FFFFFF"/>
              </a:highlight>
              <a:latin typeface="Arial"/>
              <a:ea typeface="Arial"/>
              <a:cs typeface="Arial"/>
              <a:sym typeface="Arial"/>
            </a:endParaRPr>
          </a:p>
          <a:p>
            <a:pPr indent="-270510" lvl="0" marL="457200" rtl="0" algn="l">
              <a:lnSpc>
                <a:spcPct val="150000"/>
              </a:lnSpc>
              <a:spcBef>
                <a:spcPts val="0"/>
              </a:spcBef>
              <a:spcAft>
                <a:spcPts val="0"/>
              </a:spcAft>
              <a:buClr>
                <a:srgbClr val="0A0A0A"/>
              </a:buClr>
              <a:buSzPct val="100000"/>
              <a:buFont typeface="Arial"/>
              <a:buChar char="●"/>
            </a:pPr>
            <a:r>
              <a:rPr lang="en" sz="1200">
                <a:solidFill>
                  <a:srgbClr val="0A0A0A"/>
                </a:solidFill>
                <a:highlight>
                  <a:srgbClr val="FFFFFF"/>
                </a:highlight>
                <a:latin typeface="Arial"/>
                <a:ea typeface="Arial"/>
                <a:cs typeface="Arial"/>
                <a:sym typeface="Arial"/>
              </a:rPr>
              <a:t>Complete &amp; Unambiguous: Provides the full, exact location, making it reliable.</a:t>
            </a:r>
            <a:endParaRPr sz="1200">
              <a:solidFill>
                <a:srgbClr val="0A0A0A"/>
              </a:solidFill>
              <a:highlight>
                <a:srgbClr val="FFFFFF"/>
              </a:highlight>
              <a:latin typeface="Arial"/>
              <a:ea typeface="Arial"/>
              <a:cs typeface="Arial"/>
              <a:sym typeface="Arial"/>
            </a:endParaRPr>
          </a:p>
          <a:p>
            <a:pPr indent="-270510" lvl="0" marL="457200" rtl="0" algn="l">
              <a:lnSpc>
                <a:spcPct val="150000"/>
              </a:lnSpc>
              <a:spcBef>
                <a:spcPts val="0"/>
              </a:spcBef>
              <a:spcAft>
                <a:spcPts val="0"/>
              </a:spcAft>
              <a:buClr>
                <a:srgbClr val="0A0A0A"/>
              </a:buClr>
              <a:buSzPct val="100000"/>
              <a:buFont typeface="Arial"/>
              <a:buChar char="●"/>
            </a:pPr>
            <a:r>
              <a:rPr lang="en" sz="1200">
                <a:solidFill>
                  <a:srgbClr val="0A0A0A"/>
                </a:solidFill>
                <a:highlight>
                  <a:srgbClr val="FFFFFF"/>
                </a:highlight>
                <a:latin typeface="Arial"/>
                <a:ea typeface="Arial"/>
                <a:cs typeface="Arial"/>
                <a:sym typeface="Arial"/>
              </a:rPr>
              <a:t>Local Examples:</a:t>
            </a:r>
            <a:endParaRPr sz="1200">
              <a:solidFill>
                <a:srgbClr val="0A0A0A"/>
              </a:solidFill>
              <a:highlight>
                <a:srgbClr val="FFFFFF"/>
              </a:highlight>
              <a:latin typeface="Arial"/>
              <a:ea typeface="Arial"/>
              <a:cs typeface="Arial"/>
              <a:sym typeface="Arial"/>
            </a:endParaRPr>
          </a:p>
          <a:p>
            <a:pPr indent="-270510" lvl="1" marL="914400" rtl="0" algn="l">
              <a:lnSpc>
                <a:spcPct val="150000"/>
              </a:lnSpc>
              <a:spcBef>
                <a:spcPts val="0"/>
              </a:spcBef>
              <a:spcAft>
                <a:spcPts val="0"/>
              </a:spcAft>
              <a:buClr>
                <a:srgbClr val="0A0A0A"/>
              </a:buClr>
              <a:buSzPct val="100000"/>
              <a:buFont typeface="Arial"/>
              <a:buChar char="○"/>
            </a:pPr>
            <a:r>
              <a:rPr lang="en" sz="1200">
                <a:solidFill>
                  <a:srgbClr val="0A0A0A"/>
                </a:solidFill>
                <a:highlight>
                  <a:srgbClr val="FFFFFF"/>
                </a:highlight>
                <a:latin typeface="Arial"/>
                <a:ea typeface="Arial"/>
                <a:cs typeface="Arial"/>
                <a:sym typeface="Arial"/>
              </a:rPr>
              <a:t>Linux/macOS: </a:t>
            </a:r>
            <a:r>
              <a:rPr lang="en" sz="1050">
                <a:solidFill>
                  <a:srgbClr val="0A0A0A"/>
                </a:solidFill>
                <a:highlight>
                  <a:srgbClr val="F3F5F6"/>
                </a:highlight>
                <a:latin typeface="Roboto Mono"/>
                <a:ea typeface="Roboto Mono"/>
                <a:cs typeface="Roboto Mono"/>
                <a:sym typeface="Roboto Mono"/>
              </a:rPr>
              <a:t>/home/user/documents/report.txt</a:t>
            </a:r>
            <a:endParaRPr sz="1050">
              <a:solidFill>
                <a:srgbClr val="0A0A0A"/>
              </a:solidFill>
              <a:highlight>
                <a:srgbClr val="F3F5F6"/>
              </a:highlight>
              <a:latin typeface="Roboto Mono"/>
              <a:ea typeface="Roboto Mono"/>
              <a:cs typeface="Roboto Mono"/>
              <a:sym typeface="Roboto Mono"/>
            </a:endParaRPr>
          </a:p>
          <a:p>
            <a:pPr indent="-270510" lvl="1" marL="914400" rtl="0" algn="l">
              <a:lnSpc>
                <a:spcPct val="150000"/>
              </a:lnSpc>
              <a:spcBef>
                <a:spcPts val="0"/>
              </a:spcBef>
              <a:spcAft>
                <a:spcPts val="0"/>
              </a:spcAft>
              <a:buClr>
                <a:srgbClr val="0A0A0A"/>
              </a:buClr>
              <a:buSzPct val="100000"/>
              <a:buFont typeface="Arial"/>
              <a:buChar char="○"/>
            </a:pPr>
            <a:r>
              <a:rPr lang="en" sz="1200">
                <a:solidFill>
                  <a:srgbClr val="0A0A0A"/>
                </a:solidFill>
                <a:highlight>
                  <a:srgbClr val="FFFFFF"/>
                </a:highlight>
                <a:latin typeface="Arial"/>
                <a:ea typeface="Arial"/>
                <a:cs typeface="Arial"/>
                <a:sym typeface="Arial"/>
              </a:rPr>
              <a:t>Windows: </a:t>
            </a:r>
            <a:r>
              <a:rPr lang="en" sz="1050">
                <a:solidFill>
                  <a:srgbClr val="0A0A0A"/>
                </a:solidFill>
                <a:highlight>
                  <a:srgbClr val="F3F5F6"/>
                </a:highlight>
                <a:latin typeface="Roboto Mono"/>
                <a:ea typeface="Roboto Mono"/>
                <a:cs typeface="Roboto Mono"/>
                <a:sym typeface="Roboto Mono"/>
              </a:rPr>
              <a:t>C:\Users\user\Documents\report.txt</a:t>
            </a:r>
            <a:endParaRPr sz="1050">
              <a:solidFill>
                <a:srgbClr val="0A0A0A"/>
              </a:solidFill>
              <a:highlight>
                <a:srgbClr val="F3F5F6"/>
              </a:highlight>
              <a:latin typeface="Roboto Mono"/>
              <a:ea typeface="Roboto Mono"/>
              <a:cs typeface="Roboto Mono"/>
              <a:sym typeface="Roboto Mono"/>
            </a:endParaRPr>
          </a:p>
          <a:p>
            <a:pPr indent="-270510" lvl="0" marL="457200" rtl="0" algn="l">
              <a:lnSpc>
                <a:spcPct val="150000"/>
              </a:lnSpc>
              <a:spcBef>
                <a:spcPts val="0"/>
              </a:spcBef>
              <a:spcAft>
                <a:spcPts val="0"/>
              </a:spcAft>
              <a:buClr>
                <a:srgbClr val="0A0A0A"/>
              </a:buClr>
              <a:buSzPct val="100000"/>
              <a:buFont typeface="Arial"/>
              <a:buChar char="●"/>
            </a:pPr>
            <a:r>
              <a:rPr lang="en" sz="1200">
                <a:solidFill>
                  <a:srgbClr val="0A0A0A"/>
                </a:solidFill>
                <a:highlight>
                  <a:srgbClr val="FFFFFF"/>
                </a:highlight>
                <a:latin typeface="Arial"/>
                <a:ea typeface="Arial"/>
                <a:cs typeface="Arial"/>
                <a:sym typeface="Arial"/>
              </a:rPr>
              <a:t>Web Examples (Absolute URLs): </a:t>
            </a:r>
            <a:r>
              <a:rPr lang="en" sz="1050">
                <a:solidFill>
                  <a:srgbClr val="0A0A0A"/>
                </a:solidFill>
                <a:highlight>
                  <a:srgbClr val="F3F5F6"/>
                </a:highlight>
                <a:latin typeface="Roboto Mono"/>
                <a:ea typeface="Roboto Mono"/>
                <a:cs typeface="Roboto Mono"/>
                <a:sym typeface="Roboto Mono"/>
              </a:rPr>
              <a:t>https://www.example.com/images/logo.png</a:t>
            </a:r>
            <a:r>
              <a:rPr lang="en" sz="1200">
                <a:solidFill>
                  <a:srgbClr val="0A0A0A"/>
                </a:solidFill>
                <a:highlight>
                  <a:srgbClr val="FFFFFF"/>
                </a:highlight>
                <a:latin typeface="Arial"/>
                <a:ea typeface="Arial"/>
                <a:cs typeface="Arial"/>
                <a:sym typeface="Arial"/>
              </a:rPr>
              <a:t> (includes protocol &amp; domain). </a:t>
            </a:r>
            <a:endParaRPr sz="1200">
              <a:solidFill>
                <a:srgbClr val="0A0A0A"/>
              </a:solidFill>
              <a:highlight>
                <a:srgbClr val="FFFFFF"/>
              </a:highlight>
              <a:latin typeface="Arial"/>
              <a:ea typeface="Arial"/>
              <a:cs typeface="Arial"/>
              <a:sym typeface="Arial"/>
            </a:endParaRPr>
          </a:p>
          <a:p>
            <a:pPr indent="0" lvl="0" marL="0" rtl="0" algn="l">
              <a:lnSpc>
                <a:spcPct val="140000"/>
              </a:lnSpc>
              <a:spcBef>
                <a:spcPts val="2400"/>
              </a:spcBef>
              <a:spcAft>
                <a:spcPts val="0"/>
              </a:spcAft>
              <a:buClr>
                <a:schemeClr val="dk2"/>
              </a:buClr>
              <a:buSzPct val="73333"/>
              <a:buFont typeface="Arial"/>
              <a:buNone/>
            </a:pPr>
            <a:r>
              <a:rPr lang="en" sz="1500">
                <a:solidFill>
                  <a:srgbClr val="001D35"/>
                </a:solidFill>
                <a:highlight>
                  <a:srgbClr val="FFFFFF"/>
                </a:highlight>
                <a:latin typeface="Arial"/>
                <a:ea typeface="Arial"/>
                <a:cs typeface="Arial"/>
                <a:sym typeface="Arial"/>
              </a:rPr>
              <a:t>When to Use Them</a:t>
            </a:r>
            <a:endParaRPr sz="1500">
              <a:solidFill>
                <a:srgbClr val="001D35"/>
              </a:solidFill>
              <a:highlight>
                <a:srgbClr val="FFFFFF"/>
              </a:highlight>
              <a:latin typeface="Arial"/>
              <a:ea typeface="Arial"/>
              <a:cs typeface="Arial"/>
              <a:sym typeface="Arial"/>
            </a:endParaRPr>
          </a:p>
          <a:p>
            <a:pPr indent="-270510" lvl="0" marL="457200" rtl="0" algn="l">
              <a:lnSpc>
                <a:spcPct val="150000"/>
              </a:lnSpc>
              <a:spcBef>
                <a:spcPts val="800"/>
              </a:spcBef>
              <a:spcAft>
                <a:spcPts val="0"/>
              </a:spcAft>
              <a:buClr>
                <a:srgbClr val="0A0A0A"/>
              </a:buClr>
              <a:buSzPct val="100000"/>
              <a:buFont typeface="Arial"/>
              <a:buChar char="●"/>
            </a:pPr>
            <a:r>
              <a:rPr lang="en" sz="1200">
                <a:solidFill>
                  <a:srgbClr val="0A0A0A"/>
                </a:solidFill>
                <a:highlight>
                  <a:srgbClr val="FFFFFF"/>
                </a:highlight>
                <a:latin typeface="Arial"/>
                <a:ea typeface="Arial"/>
                <a:cs typeface="Arial"/>
                <a:sym typeface="Arial"/>
              </a:rPr>
              <a:t>Web Development: For linking to external sites or resources that must be found from anywhere on the web.</a:t>
            </a:r>
            <a:endParaRPr sz="1200">
              <a:solidFill>
                <a:srgbClr val="0A0A0A"/>
              </a:solidFill>
              <a:highlight>
                <a:srgbClr val="FFFFFF"/>
              </a:highlight>
              <a:latin typeface="Arial"/>
              <a:ea typeface="Arial"/>
              <a:cs typeface="Arial"/>
              <a:sym typeface="Arial"/>
            </a:endParaRPr>
          </a:p>
          <a:p>
            <a:pPr indent="-270510" lvl="0" marL="457200" rtl="0" algn="l">
              <a:lnSpc>
                <a:spcPct val="150000"/>
              </a:lnSpc>
              <a:spcBef>
                <a:spcPts val="0"/>
              </a:spcBef>
              <a:spcAft>
                <a:spcPts val="0"/>
              </a:spcAft>
              <a:buClr>
                <a:srgbClr val="0A0A0A"/>
              </a:buClr>
              <a:buSzPct val="100000"/>
              <a:buFont typeface="Arial"/>
              <a:buChar char="●"/>
            </a:pPr>
            <a:r>
              <a:rPr lang="en" sz="1200">
                <a:solidFill>
                  <a:srgbClr val="0A0A0A"/>
                </a:solidFill>
                <a:highlight>
                  <a:srgbClr val="FFFFFF"/>
                </a:highlight>
                <a:latin typeface="Arial"/>
                <a:ea typeface="Arial"/>
                <a:cs typeface="Arial"/>
                <a:sym typeface="Arial"/>
              </a:rPr>
              <a:t>Scripts &amp; Applications: When a program needs to find a specific file reliably, no matter where the script is run from. </a:t>
            </a:r>
            <a:endParaRPr sz="1200">
              <a:solidFill>
                <a:srgbClr val="0A0A0A"/>
              </a:solidFill>
              <a:highlight>
                <a:srgbClr val="FFFFFF"/>
              </a:highlight>
              <a:latin typeface="Arial"/>
              <a:ea typeface="Arial"/>
              <a:cs typeface="Arial"/>
              <a:sym typeface="Arial"/>
            </a:endParaRPr>
          </a:p>
          <a:p>
            <a:pPr indent="0" lvl="0" marL="0" rtl="0" algn="l">
              <a:lnSpc>
                <a:spcPct val="140000"/>
              </a:lnSpc>
              <a:spcBef>
                <a:spcPts val="2400"/>
              </a:spcBef>
              <a:spcAft>
                <a:spcPts val="0"/>
              </a:spcAft>
              <a:buClr>
                <a:schemeClr val="dk2"/>
              </a:buClr>
              <a:buSzPct val="73333"/>
              <a:buFont typeface="Arial"/>
              <a:buNone/>
            </a:pPr>
            <a:r>
              <a:rPr lang="en" sz="1500">
                <a:solidFill>
                  <a:srgbClr val="001D35"/>
                </a:solidFill>
                <a:highlight>
                  <a:srgbClr val="FFFFFF"/>
                </a:highlight>
                <a:latin typeface="Arial"/>
                <a:ea typeface="Arial"/>
                <a:cs typeface="Arial"/>
                <a:sym typeface="Arial"/>
              </a:rPr>
              <a:t>How it Differs from Relative Paths</a:t>
            </a:r>
            <a:endParaRPr sz="1500">
              <a:solidFill>
                <a:srgbClr val="001D35"/>
              </a:solidFill>
              <a:highlight>
                <a:srgbClr val="FFFFFF"/>
              </a:highlight>
              <a:latin typeface="Arial"/>
              <a:ea typeface="Arial"/>
              <a:cs typeface="Arial"/>
              <a:sym typeface="Arial"/>
            </a:endParaRPr>
          </a:p>
          <a:p>
            <a:pPr indent="-270510" lvl="0" marL="457200" rtl="0" algn="l">
              <a:lnSpc>
                <a:spcPct val="150000"/>
              </a:lnSpc>
              <a:spcBef>
                <a:spcPts val="800"/>
              </a:spcBef>
              <a:spcAft>
                <a:spcPts val="0"/>
              </a:spcAft>
              <a:buClr>
                <a:srgbClr val="0A0A0A"/>
              </a:buClr>
              <a:buSzPct val="100000"/>
              <a:buFont typeface="Arial"/>
              <a:buChar char="●"/>
            </a:pPr>
            <a:r>
              <a:rPr lang="en" sz="1200">
                <a:solidFill>
                  <a:srgbClr val="0A0A0A"/>
                </a:solidFill>
                <a:highlight>
                  <a:srgbClr val="FFFFFF"/>
                </a:highlight>
                <a:latin typeface="Arial"/>
                <a:ea typeface="Arial"/>
                <a:cs typeface="Arial"/>
                <a:sym typeface="Arial"/>
              </a:rPr>
              <a:t>Absolute: </a:t>
            </a:r>
            <a:r>
              <a:rPr lang="en" sz="1050">
                <a:solidFill>
                  <a:srgbClr val="0A0A0A"/>
                </a:solidFill>
                <a:highlight>
                  <a:srgbClr val="F3F5F6"/>
                </a:highlight>
                <a:latin typeface="Roboto Mono"/>
                <a:ea typeface="Roboto Mono"/>
                <a:cs typeface="Roboto Mono"/>
                <a:sym typeface="Roboto Mono"/>
              </a:rPr>
              <a:t>C:\Users\Me\Project\image.jpg</a:t>
            </a:r>
            <a:r>
              <a:rPr lang="en" sz="1200">
                <a:solidFill>
                  <a:srgbClr val="0A0A0A"/>
                </a:solidFill>
                <a:highlight>
                  <a:srgbClr val="FFFFFF"/>
                </a:highlight>
                <a:latin typeface="Arial"/>
                <a:ea typeface="Arial"/>
                <a:cs typeface="Arial"/>
                <a:sym typeface="Arial"/>
              </a:rPr>
              <a:t> (always points to the same place).</a:t>
            </a:r>
            <a:endParaRPr sz="1200">
              <a:solidFill>
                <a:srgbClr val="0A0A0A"/>
              </a:solidFill>
              <a:highlight>
                <a:srgbClr val="FFFFFF"/>
              </a:highlight>
              <a:latin typeface="Arial"/>
              <a:ea typeface="Arial"/>
              <a:cs typeface="Arial"/>
              <a:sym typeface="Arial"/>
            </a:endParaRPr>
          </a:p>
          <a:p>
            <a:pPr indent="-270510" lvl="0" marL="457200" rtl="0" algn="l">
              <a:lnSpc>
                <a:spcPct val="150000"/>
              </a:lnSpc>
              <a:spcBef>
                <a:spcPts val="0"/>
              </a:spcBef>
              <a:spcAft>
                <a:spcPts val="0"/>
              </a:spcAft>
              <a:buClr>
                <a:srgbClr val="0A0A0A"/>
              </a:buClr>
              <a:buSzPct val="100000"/>
              <a:buFont typeface="Arial"/>
              <a:buChar char="●"/>
            </a:pPr>
            <a:r>
              <a:rPr lang="en" sz="1200">
                <a:solidFill>
                  <a:srgbClr val="0A0A0A"/>
                </a:solidFill>
                <a:highlight>
                  <a:srgbClr val="FFFFFF"/>
                </a:highlight>
                <a:latin typeface="Arial"/>
                <a:ea typeface="Arial"/>
                <a:cs typeface="Arial"/>
                <a:sym typeface="Arial"/>
              </a:rPr>
              <a:t>Relative: </a:t>
            </a:r>
            <a:r>
              <a:rPr lang="en" sz="1050">
                <a:solidFill>
                  <a:srgbClr val="0A0A0A"/>
                </a:solidFill>
                <a:highlight>
                  <a:srgbClr val="F3F5F6"/>
                </a:highlight>
                <a:latin typeface="Roboto Mono"/>
                <a:ea typeface="Roboto Mono"/>
                <a:cs typeface="Roboto Mono"/>
                <a:sym typeface="Roboto Mono"/>
              </a:rPr>
              <a:t>image.jpg</a:t>
            </a:r>
            <a:r>
              <a:rPr lang="en" sz="1200">
                <a:solidFill>
                  <a:srgbClr val="0A0A0A"/>
                </a:solidFill>
                <a:highlight>
                  <a:srgbClr val="FFFFFF"/>
                </a:highlight>
                <a:latin typeface="Arial"/>
                <a:ea typeface="Arial"/>
                <a:cs typeface="Arial"/>
                <a:sym typeface="Arial"/>
              </a:rPr>
              <a:t> (if you're in </a:t>
            </a:r>
            <a:r>
              <a:rPr lang="en" sz="1050">
                <a:solidFill>
                  <a:srgbClr val="0A0A0A"/>
                </a:solidFill>
                <a:highlight>
                  <a:srgbClr val="F3F5F6"/>
                </a:highlight>
                <a:latin typeface="Roboto Mono"/>
                <a:ea typeface="Roboto Mono"/>
                <a:cs typeface="Roboto Mono"/>
                <a:sym typeface="Roboto Mono"/>
              </a:rPr>
              <a:t>C:\Users\Me\Project</a:t>
            </a:r>
            <a:r>
              <a:rPr lang="en" sz="1200">
                <a:solidFill>
                  <a:srgbClr val="0A0A0A"/>
                </a:solidFill>
                <a:highlight>
                  <a:srgbClr val="FFFFFF"/>
                </a:highlight>
                <a:latin typeface="Arial"/>
                <a:ea typeface="Arial"/>
                <a:cs typeface="Arial"/>
                <a:sym typeface="Arial"/>
              </a:rPr>
              <a:t>) or </a:t>
            </a:r>
            <a:r>
              <a:rPr lang="en" sz="1050">
                <a:solidFill>
                  <a:srgbClr val="0A0A0A"/>
                </a:solidFill>
                <a:highlight>
                  <a:srgbClr val="F3F5F6"/>
                </a:highlight>
                <a:latin typeface="Roboto Mono"/>
                <a:ea typeface="Roboto Mono"/>
                <a:cs typeface="Roboto Mono"/>
                <a:sym typeface="Roboto Mono"/>
              </a:rPr>
              <a:t>../images/image.jpg</a:t>
            </a:r>
            <a:r>
              <a:rPr lang="en" sz="1200">
                <a:solidFill>
                  <a:srgbClr val="0A0A0A"/>
                </a:solidFill>
                <a:highlight>
                  <a:srgbClr val="FFFFFF"/>
                </a:highlight>
                <a:latin typeface="Arial"/>
                <a:ea typeface="Arial"/>
                <a:cs typeface="Arial"/>
                <a:sym typeface="Arial"/>
              </a:rPr>
              <a:t> (if you're in </a:t>
            </a:r>
            <a:r>
              <a:rPr lang="en" sz="1050">
                <a:solidFill>
                  <a:srgbClr val="0A0A0A"/>
                </a:solidFill>
                <a:highlight>
                  <a:srgbClr val="F3F5F6"/>
                </a:highlight>
                <a:latin typeface="Roboto Mono"/>
                <a:ea typeface="Roboto Mono"/>
                <a:cs typeface="Roboto Mono"/>
                <a:sym typeface="Roboto Mono"/>
              </a:rPr>
              <a:t>C:\Users\Me\Project\Subfolder</a:t>
            </a:r>
            <a:r>
              <a:rPr lang="en" sz="1200">
                <a:solidFill>
                  <a:srgbClr val="0A0A0A"/>
                </a:solidFill>
                <a:highlight>
                  <a:srgbClr val="FFFFFF"/>
                </a:highlight>
                <a:latin typeface="Arial"/>
                <a:ea typeface="Arial"/>
                <a:cs typeface="Arial"/>
                <a:sym typeface="Arial"/>
              </a:rPr>
              <a:t>). </a:t>
            </a:r>
            <a:endParaRPr sz="1200">
              <a:solidFill>
                <a:srgbClr val="0A0A0A"/>
              </a:solidFill>
              <a:highlight>
                <a:srgbClr val="FFFFFF"/>
              </a:highlight>
              <a:latin typeface="Arial"/>
              <a:ea typeface="Arial"/>
              <a:cs typeface="Arial"/>
              <a:sym typeface="Arial"/>
            </a:endParaRPr>
          </a:p>
          <a:p>
            <a:pPr indent="0" lvl="0" marL="0" rtl="0" algn="l">
              <a:spcBef>
                <a:spcPts val="2400"/>
              </a:spcBef>
              <a:spcAft>
                <a:spcPts val="12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2"/>
              </a:buClr>
              <a:buSzPct val="36666"/>
              <a:buFont typeface="Arial"/>
              <a:buNone/>
            </a:pPr>
            <a:r>
              <a:rPr lang="en"/>
              <a:t>ADDING JAVA SCRIPT TO A WEBPAGE</a:t>
            </a:r>
            <a:endParaRPr/>
          </a:p>
          <a:p>
            <a:pPr indent="0" lvl="0" marL="0" rtl="0" algn="l">
              <a:spcBef>
                <a:spcPts val="0"/>
              </a:spcBef>
              <a:spcAft>
                <a:spcPts val="0"/>
              </a:spcAft>
              <a:buClr>
                <a:schemeClr val="dk2"/>
              </a:buClr>
              <a:buSzPct val="36666"/>
              <a:buFont typeface="Arial"/>
              <a:buNone/>
            </a:pPr>
            <a:r>
              <a:t/>
            </a:r>
            <a:endParaRPr/>
          </a:p>
          <a:p>
            <a:pPr indent="0" lvl="0" marL="0" rtl="0" algn="l">
              <a:spcBef>
                <a:spcPts val="0"/>
              </a:spcBef>
              <a:spcAft>
                <a:spcPts val="0"/>
              </a:spcAft>
              <a:buClr>
                <a:schemeClr val="dk2"/>
              </a:buClr>
              <a:buSzPct val="36666"/>
              <a:buFont typeface="Arial"/>
              <a:buNone/>
            </a:pPr>
            <a:r>
              <a:t/>
            </a:r>
            <a:endParaRPr/>
          </a:p>
          <a:p>
            <a:pPr indent="0" lvl="0" marL="0" rtl="0" algn="l">
              <a:spcBef>
                <a:spcPts val="0"/>
              </a:spcBef>
              <a:spcAft>
                <a:spcPts val="0"/>
              </a:spcAft>
              <a:buClr>
                <a:schemeClr val="dk2"/>
              </a:buClr>
              <a:buSzPct val="36666"/>
              <a:buFont typeface="Arial"/>
              <a:buNone/>
            </a:pPr>
            <a:r>
              <a:t/>
            </a:r>
            <a:endParaRPr/>
          </a:p>
          <a:p>
            <a:pPr indent="0" lvl="0" marL="0" rtl="0" algn="l">
              <a:spcBef>
                <a:spcPts val="0"/>
              </a:spcBef>
              <a:spcAft>
                <a:spcPts val="0"/>
              </a:spcAft>
              <a:buClr>
                <a:schemeClr val="dk2"/>
              </a:buClr>
              <a:buSzPct val="36666"/>
              <a:buFont typeface="Arial"/>
              <a:buNone/>
            </a:pPr>
            <a:r>
              <a:t/>
            </a:r>
            <a:endParaRPr/>
          </a:p>
          <a:p>
            <a:pPr indent="0" lvl="0" marL="0" rtl="0" algn="l">
              <a:spcBef>
                <a:spcPts val="0"/>
              </a:spcBef>
              <a:spcAft>
                <a:spcPts val="0"/>
              </a:spcAft>
              <a:buNone/>
            </a:pPr>
            <a:r>
              <a:t/>
            </a:r>
            <a:endParaRPr/>
          </a:p>
        </p:txBody>
      </p:sp>
      <p:sp>
        <p:nvSpPr>
          <p:cNvPr id="198" name="Google Shape;198;p35"/>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As a rule of thumb always use relative path.</a:t>
            </a:r>
            <a:endParaRPr/>
          </a:p>
          <a:p>
            <a:pPr indent="0" lvl="0" marL="0" rtl="0" algn="l">
              <a:spcBef>
                <a:spcPts val="1200"/>
              </a:spcBef>
              <a:spcAft>
                <a:spcPts val="1200"/>
              </a:spcAft>
              <a:buNone/>
            </a:pPr>
            <a:r>
              <a:rPr lang="en"/>
              <a:t>Reason: </a:t>
            </a:r>
            <a:r>
              <a:rPr lang="en" sz="1100">
                <a:latin typeface="Arial"/>
                <a:ea typeface="Arial"/>
                <a:cs typeface="Arial"/>
                <a:sym typeface="Arial"/>
              </a:rPr>
              <a:t>Using </a:t>
            </a:r>
            <a:r>
              <a:rPr lang="en" sz="1200">
                <a:solidFill>
                  <a:srgbClr val="0A0A0A"/>
                </a:solidFill>
                <a:highlight>
                  <a:srgbClr val="FFFFFF"/>
                </a:highlight>
                <a:latin typeface="Arial"/>
                <a:ea typeface="Arial"/>
                <a:cs typeface="Arial"/>
                <a:sym typeface="Arial"/>
              </a:rPr>
              <a:t>relative paths in HTML offers significant advantages in </a:t>
            </a:r>
            <a:r>
              <a:rPr lang="en" sz="1200">
                <a:solidFill>
                  <a:srgbClr val="001D35"/>
                </a:solidFill>
                <a:latin typeface="Arial"/>
                <a:ea typeface="Arial"/>
                <a:cs typeface="Arial"/>
                <a:sym typeface="Arial"/>
              </a:rPr>
              <a:t>portability, flexibility, and maintainability for internal links</a:t>
            </a:r>
            <a:r>
              <a:rPr lang="en" sz="1200">
                <a:solidFill>
                  <a:srgbClr val="0A0A0A"/>
                </a:solidFill>
                <a:highlight>
                  <a:srgbClr val="FFFFFF"/>
                </a:highlight>
                <a:latin typeface="Arial"/>
                <a:ea typeface="Arial"/>
                <a:cs typeface="Arial"/>
                <a:sym typeface="Arial"/>
              </a:rPr>
              <a:t>, especially when managing a project across different environments (e.g., local computer, staging server, and production server).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2"/>
              </a:buClr>
              <a:buSzPct val="36666"/>
              <a:buFont typeface="Arial"/>
              <a:buNone/>
            </a:pPr>
            <a:r>
              <a:rPr lang="en"/>
              <a:t>ADDING JAVA SCRIPT TO A WEBPAGE</a:t>
            </a:r>
            <a:endParaRPr/>
          </a:p>
          <a:p>
            <a:pPr indent="0" lvl="0" marL="0" rtl="0" algn="l">
              <a:spcBef>
                <a:spcPts val="0"/>
              </a:spcBef>
              <a:spcAft>
                <a:spcPts val="0"/>
              </a:spcAft>
              <a:buClr>
                <a:schemeClr val="dk2"/>
              </a:buClr>
              <a:buSzPct val="36666"/>
              <a:buFont typeface="Arial"/>
              <a:buNone/>
            </a:pPr>
            <a:r>
              <a:t/>
            </a:r>
            <a:endParaRPr/>
          </a:p>
          <a:p>
            <a:pPr indent="0" lvl="0" marL="0" rtl="0" algn="l">
              <a:spcBef>
                <a:spcPts val="0"/>
              </a:spcBef>
              <a:spcAft>
                <a:spcPts val="0"/>
              </a:spcAft>
              <a:buClr>
                <a:schemeClr val="dk2"/>
              </a:buClr>
              <a:buSzPct val="36666"/>
              <a:buFont typeface="Arial"/>
              <a:buNone/>
            </a:pPr>
            <a:r>
              <a:t/>
            </a:r>
            <a:endParaRPr/>
          </a:p>
          <a:p>
            <a:pPr indent="0" lvl="0" marL="0" rtl="0" algn="l">
              <a:spcBef>
                <a:spcPts val="0"/>
              </a:spcBef>
              <a:spcAft>
                <a:spcPts val="0"/>
              </a:spcAft>
              <a:buClr>
                <a:schemeClr val="dk2"/>
              </a:buClr>
              <a:buSzPct val="36666"/>
              <a:buFont typeface="Arial"/>
              <a:buNone/>
            </a:pPr>
            <a:r>
              <a:t/>
            </a:r>
            <a:endParaRPr/>
          </a:p>
          <a:p>
            <a:pPr indent="0" lvl="0" marL="0" rtl="0" algn="l">
              <a:spcBef>
                <a:spcPts val="0"/>
              </a:spcBef>
              <a:spcAft>
                <a:spcPts val="0"/>
              </a:spcAft>
              <a:buClr>
                <a:schemeClr val="dk2"/>
              </a:buClr>
              <a:buSzPct val="36666"/>
              <a:buFont typeface="Arial"/>
              <a:buNone/>
            </a:pPr>
            <a:r>
              <a:t/>
            </a:r>
            <a:endParaRPr/>
          </a:p>
          <a:p>
            <a:pPr indent="0" lvl="0" marL="0" rtl="0" algn="l">
              <a:spcBef>
                <a:spcPts val="0"/>
              </a:spcBef>
              <a:spcAft>
                <a:spcPts val="0"/>
              </a:spcAft>
              <a:buNone/>
            </a:pPr>
            <a:r>
              <a:t/>
            </a:r>
            <a:endParaRPr/>
          </a:p>
        </p:txBody>
      </p:sp>
      <p:sp>
        <p:nvSpPr>
          <p:cNvPr id="204" name="Google Shape;204;p36"/>
          <p:cNvSpPr txBox="1"/>
          <p:nvPr>
            <p:ph idx="1" type="body"/>
          </p:nvPr>
        </p:nvSpPr>
        <p:spPr>
          <a:xfrm>
            <a:off x="311700" y="1234075"/>
            <a:ext cx="8520600" cy="3334800"/>
          </a:xfrm>
          <a:prstGeom prst="rect">
            <a:avLst/>
          </a:prstGeom>
        </p:spPr>
        <p:txBody>
          <a:bodyPr anchorCtr="0" anchor="t" bIns="91425" lIns="91425" spcFirstLastPara="1" rIns="91425" wrap="square" tIns="91425">
            <a:normAutofit fontScale="25000" lnSpcReduction="20000"/>
          </a:bodyPr>
          <a:lstStyle/>
          <a:p>
            <a:pPr indent="0" lvl="0" marL="0" rtl="0" algn="l">
              <a:lnSpc>
                <a:spcPct val="140000"/>
              </a:lnSpc>
              <a:spcBef>
                <a:spcPts val="1500"/>
              </a:spcBef>
              <a:spcAft>
                <a:spcPts val="0"/>
              </a:spcAft>
              <a:buClr>
                <a:schemeClr val="dk2"/>
              </a:buClr>
              <a:buSzPts val="275"/>
              <a:buFont typeface="Arial"/>
              <a:buNone/>
            </a:pPr>
            <a:r>
              <a:rPr lang="en" sz="5600">
                <a:solidFill>
                  <a:srgbClr val="001D35"/>
                </a:solidFill>
                <a:highlight>
                  <a:srgbClr val="FFFFFF"/>
                </a:highlight>
                <a:latin typeface="Arial"/>
                <a:ea typeface="Arial"/>
                <a:cs typeface="Arial"/>
                <a:sym typeface="Arial"/>
              </a:rPr>
              <a:t>Advantages of Relative Paths</a:t>
            </a:r>
            <a:endParaRPr sz="5600">
              <a:solidFill>
                <a:srgbClr val="001D35"/>
              </a:solidFill>
              <a:highlight>
                <a:srgbClr val="FFFFFF"/>
              </a:highlight>
              <a:latin typeface="Arial"/>
              <a:ea typeface="Arial"/>
              <a:cs typeface="Arial"/>
              <a:sym typeface="Arial"/>
            </a:endParaRPr>
          </a:p>
          <a:p>
            <a:pPr indent="-285750" lvl="0" marL="457200" rtl="0" algn="l">
              <a:lnSpc>
                <a:spcPct val="150000"/>
              </a:lnSpc>
              <a:spcBef>
                <a:spcPts val="800"/>
              </a:spcBef>
              <a:spcAft>
                <a:spcPts val="0"/>
              </a:spcAft>
              <a:buClr>
                <a:srgbClr val="0A0A0A"/>
              </a:buClr>
              <a:buSzPct val="100000"/>
              <a:buFont typeface="Arial"/>
              <a:buChar char="●"/>
            </a:pPr>
            <a:r>
              <a:rPr lang="en" sz="3600">
                <a:solidFill>
                  <a:srgbClr val="0A0A0A"/>
                </a:solidFill>
                <a:highlight>
                  <a:srgbClr val="FFFFFF"/>
                </a:highlight>
                <a:latin typeface="Arial"/>
                <a:ea typeface="Arial"/>
                <a:cs typeface="Arial"/>
                <a:sym typeface="Arial"/>
              </a:rPr>
              <a:t>Portability: The primary advantage is that relative paths make your project self-contained and easy to move. If you transfer your entire website from a local development machine to a web server, or change your domain name, all your relative links will remain functional because they reference files based on their position relative to the current file, not a fixed domain or root directory.</a:t>
            </a:r>
            <a:endParaRPr sz="3600">
              <a:solidFill>
                <a:srgbClr val="0A0A0A"/>
              </a:solidFill>
              <a:highlight>
                <a:srgbClr val="FFFFFF"/>
              </a:highlight>
              <a:latin typeface="Arial"/>
              <a:ea typeface="Arial"/>
              <a:cs typeface="Arial"/>
              <a:sym typeface="Arial"/>
            </a:endParaRPr>
          </a:p>
          <a:p>
            <a:pPr indent="-285750" lvl="0" marL="457200" rtl="0" algn="l">
              <a:lnSpc>
                <a:spcPct val="150000"/>
              </a:lnSpc>
              <a:spcBef>
                <a:spcPts val="0"/>
              </a:spcBef>
              <a:spcAft>
                <a:spcPts val="0"/>
              </a:spcAft>
              <a:buClr>
                <a:srgbClr val="0A0A0A"/>
              </a:buClr>
              <a:buSzPct val="100000"/>
              <a:buFont typeface="Arial"/>
              <a:buChar char="●"/>
            </a:pPr>
            <a:r>
              <a:rPr lang="en" sz="3600">
                <a:solidFill>
                  <a:srgbClr val="0A0A0A"/>
                </a:solidFill>
                <a:highlight>
                  <a:srgbClr val="FFFFFF"/>
                </a:highlight>
                <a:latin typeface="Arial"/>
                <a:ea typeface="Arial"/>
                <a:cs typeface="Arial"/>
                <a:sym typeface="Arial"/>
              </a:rPr>
              <a:t>Environment Flexibility: Relative paths work seamlessly in different development environments (like testing on your local machine using the </a:t>
            </a:r>
            <a:r>
              <a:rPr lang="en" sz="3600">
                <a:solidFill>
                  <a:srgbClr val="0A0A0A"/>
                </a:solidFill>
                <a:highlight>
                  <a:srgbClr val="F3F5F6"/>
                </a:highlight>
                <a:latin typeface="Roboto Mono"/>
                <a:ea typeface="Roboto Mono"/>
                <a:cs typeface="Roboto Mono"/>
                <a:sym typeface="Roboto Mono"/>
              </a:rPr>
              <a:t>file://</a:t>
            </a:r>
            <a:r>
              <a:rPr lang="en" sz="3600">
                <a:solidFill>
                  <a:srgbClr val="0A0A0A"/>
                </a:solidFill>
                <a:highlight>
                  <a:srgbClr val="FFFFFF"/>
                </a:highlight>
                <a:latin typeface="Arial"/>
                <a:ea typeface="Arial"/>
                <a:cs typeface="Arial"/>
                <a:sym typeface="Arial"/>
              </a:rPr>
              <a:t> protocol) where an absolute path starting with a domain name (</a:t>
            </a:r>
            <a:r>
              <a:rPr lang="en" sz="3600">
                <a:solidFill>
                  <a:srgbClr val="0A0A0A"/>
                </a:solidFill>
                <a:highlight>
                  <a:srgbClr val="F3F5F6"/>
                </a:highlight>
                <a:latin typeface="Roboto Mono"/>
                <a:ea typeface="Roboto Mono"/>
                <a:cs typeface="Roboto Mono"/>
                <a:sym typeface="Roboto Mono"/>
              </a:rPr>
              <a:t>https://www.example.com/...</a:t>
            </a:r>
            <a:r>
              <a:rPr lang="en" sz="3600">
                <a:solidFill>
                  <a:srgbClr val="0A0A0A"/>
                </a:solidFill>
                <a:highlight>
                  <a:srgbClr val="FFFFFF"/>
                </a:highlight>
                <a:latin typeface="Arial"/>
                <a:ea typeface="Arial"/>
                <a:cs typeface="Arial"/>
                <a:sym typeface="Arial"/>
              </a:rPr>
              <a:t>) would break.</a:t>
            </a:r>
            <a:endParaRPr sz="3600">
              <a:solidFill>
                <a:srgbClr val="0A0A0A"/>
              </a:solidFill>
              <a:highlight>
                <a:srgbClr val="FFFFFF"/>
              </a:highlight>
              <a:latin typeface="Arial"/>
              <a:ea typeface="Arial"/>
              <a:cs typeface="Arial"/>
              <a:sym typeface="Arial"/>
            </a:endParaRPr>
          </a:p>
          <a:p>
            <a:pPr indent="-285750" lvl="0" marL="457200" rtl="0" algn="l">
              <a:lnSpc>
                <a:spcPct val="150000"/>
              </a:lnSpc>
              <a:spcBef>
                <a:spcPts val="0"/>
              </a:spcBef>
              <a:spcAft>
                <a:spcPts val="0"/>
              </a:spcAft>
              <a:buClr>
                <a:srgbClr val="0A0A0A"/>
              </a:buClr>
              <a:buSzPct val="100000"/>
              <a:buFont typeface="Arial"/>
              <a:buChar char="●"/>
            </a:pPr>
            <a:r>
              <a:rPr lang="en" sz="3600">
                <a:solidFill>
                  <a:srgbClr val="0A0A0A"/>
                </a:solidFill>
                <a:highlight>
                  <a:srgbClr val="FFFFFF"/>
                </a:highlight>
                <a:latin typeface="Arial"/>
                <a:ea typeface="Arial"/>
                <a:cs typeface="Arial"/>
                <a:sym typeface="Arial"/>
              </a:rPr>
              <a:t>Easier Testing: You can test your website files locally in a browser without needing a full server setup or network connection, as the links don't depend on a specific hostname.</a:t>
            </a:r>
            <a:endParaRPr sz="3600">
              <a:solidFill>
                <a:srgbClr val="0A0A0A"/>
              </a:solidFill>
              <a:highlight>
                <a:srgbClr val="FFFFFF"/>
              </a:highlight>
              <a:latin typeface="Arial"/>
              <a:ea typeface="Arial"/>
              <a:cs typeface="Arial"/>
              <a:sym typeface="Arial"/>
            </a:endParaRPr>
          </a:p>
          <a:p>
            <a:pPr indent="-285750" lvl="0" marL="457200" rtl="0" algn="l">
              <a:lnSpc>
                <a:spcPct val="150000"/>
              </a:lnSpc>
              <a:spcBef>
                <a:spcPts val="0"/>
              </a:spcBef>
              <a:spcAft>
                <a:spcPts val="0"/>
              </a:spcAft>
              <a:buClr>
                <a:srgbClr val="0A0A0A"/>
              </a:buClr>
              <a:buSzPct val="100000"/>
              <a:buFont typeface="Arial"/>
              <a:buChar char="●"/>
            </a:pPr>
            <a:r>
              <a:rPr lang="en" sz="3600">
                <a:solidFill>
                  <a:srgbClr val="0A0A0A"/>
                </a:solidFill>
                <a:highlight>
                  <a:srgbClr val="FFFFFF"/>
                </a:highlight>
                <a:latin typeface="Arial"/>
                <a:ea typeface="Arial"/>
                <a:cs typeface="Arial"/>
                <a:sym typeface="Arial"/>
              </a:rPr>
              <a:t>Cleaner Code: Relative paths are generally shorter than full absolute URLs, which can result in slightly cleaner, more concise HTML code that is easier to manage and maintain.</a:t>
            </a:r>
            <a:endParaRPr sz="3600">
              <a:solidFill>
                <a:srgbClr val="0A0A0A"/>
              </a:solidFill>
              <a:highlight>
                <a:srgbClr val="FFFFFF"/>
              </a:highlight>
              <a:latin typeface="Arial"/>
              <a:ea typeface="Arial"/>
              <a:cs typeface="Arial"/>
              <a:sym typeface="Arial"/>
            </a:endParaRPr>
          </a:p>
          <a:p>
            <a:pPr indent="-285750" lvl="0" marL="457200" rtl="0" algn="l">
              <a:lnSpc>
                <a:spcPct val="150000"/>
              </a:lnSpc>
              <a:spcBef>
                <a:spcPts val="0"/>
              </a:spcBef>
              <a:spcAft>
                <a:spcPts val="0"/>
              </a:spcAft>
              <a:buClr>
                <a:srgbClr val="0A0A0A"/>
              </a:buClr>
              <a:buSzPct val="100000"/>
              <a:buFont typeface="Arial"/>
              <a:buChar char="●"/>
            </a:pPr>
            <a:r>
              <a:rPr lang="en" sz="3600">
                <a:solidFill>
                  <a:srgbClr val="0A0A0A"/>
                </a:solidFill>
                <a:highlight>
                  <a:srgbClr val="FFFFFF"/>
                </a:highlight>
                <a:latin typeface="Arial"/>
                <a:ea typeface="Arial"/>
                <a:cs typeface="Arial"/>
                <a:sym typeface="Arial"/>
              </a:rPr>
              <a:t>Protection Against Scraping (Partial): Using relative paths for internal links can make it slightly more difficult for basic website scrapers to create functional copies of your site, as the copied links would still point back to your original domain (though a sophisticated scraper could adapt). </a:t>
            </a:r>
            <a:endParaRPr sz="3600">
              <a:solidFill>
                <a:srgbClr val="0A0A0A"/>
              </a:solidFill>
              <a:highlight>
                <a:srgbClr val="FFFFFF"/>
              </a:highlight>
              <a:latin typeface="Arial"/>
              <a:ea typeface="Arial"/>
              <a:cs typeface="Arial"/>
              <a:sym typeface="Arial"/>
            </a:endParaRPr>
          </a:p>
          <a:p>
            <a:pPr indent="0" lvl="0" marL="0" rtl="0" algn="l">
              <a:lnSpc>
                <a:spcPct val="140000"/>
              </a:lnSpc>
              <a:spcBef>
                <a:spcPts val="2400"/>
              </a:spcBef>
              <a:spcAft>
                <a:spcPts val="0"/>
              </a:spcAft>
              <a:buClr>
                <a:schemeClr val="dk2"/>
              </a:buClr>
              <a:buSzPct val="30555"/>
              <a:buFont typeface="Arial"/>
              <a:buNone/>
            </a:pPr>
            <a:r>
              <a:rPr lang="en" sz="3600">
                <a:solidFill>
                  <a:srgbClr val="001D35"/>
                </a:solidFill>
                <a:highlight>
                  <a:srgbClr val="FFFFFF"/>
                </a:highlight>
                <a:latin typeface="Arial"/>
                <a:ea typeface="Arial"/>
                <a:cs typeface="Arial"/>
                <a:sym typeface="Arial"/>
              </a:rPr>
              <a:t>When to Use Absolute Paths</a:t>
            </a:r>
            <a:endParaRPr sz="3600">
              <a:solidFill>
                <a:srgbClr val="001D35"/>
              </a:solidFill>
              <a:highlight>
                <a:srgbClr val="FFFFFF"/>
              </a:highlight>
              <a:latin typeface="Arial"/>
              <a:ea typeface="Arial"/>
              <a:cs typeface="Arial"/>
              <a:sym typeface="Arial"/>
            </a:endParaRPr>
          </a:p>
          <a:p>
            <a:pPr indent="0" lvl="0" marL="0" rtl="0" algn="l">
              <a:lnSpc>
                <a:spcPct val="150000"/>
              </a:lnSpc>
              <a:spcBef>
                <a:spcPts val="800"/>
              </a:spcBef>
              <a:spcAft>
                <a:spcPts val="0"/>
              </a:spcAft>
              <a:buClr>
                <a:schemeClr val="dk2"/>
              </a:buClr>
              <a:buSzPct val="30555"/>
              <a:buFont typeface="Arial"/>
              <a:buNone/>
            </a:pPr>
            <a:r>
              <a:rPr lang="en" sz="3600">
                <a:solidFill>
                  <a:srgbClr val="0A0A0A"/>
                </a:solidFill>
                <a:highlight>
                  <a:srgbClr val="FFFFFF"/>
                </a:highlight>
                <a:latin typeface="Arial"/>
                <a:ea typeface="Arial"/>
                <a:cs typeface="Arial"/>
                <a:sym typeface="Arial"/>
              </a:rPr>
              <a:t>While relative paths are generally preferred for </a:t>
            </a:r>
            <a:r>
              <a:rPr i="1" lang="en" sz="3600">
                <a:solidFill>
                  <a:srgbClr val="0A0A0A"/>
                </a:solidFill>
                <a:highlight>
                  <a:srgbClr val="FFFFFF"/>
                </a:highlight>
                <a:latin typeface="Arial"/>
                <a:ea typeface="Arial"/>
                <a:cs typeface="Arial"/>
                <a:sym typeface="Arial"/>
              </a:rPr>
              <a:t>internal</a:t>
            </a:r>
            <a:r>
              <a:rPr lang="en" sz="3600">
                <a:solidFill>
                  <a:srgbClr val="0A0A0A"/>
                </a:solidFill>
                <a:highlight>
                  <a:srgbClr val="FFFFFF"/>
                </a:highlight>
                <a:latin typeface="Arial"/>
                <a:ea typeface="Arial"/>
                <a:cs typeface="Arial"/>
                <a:sym typeface="Arial"/>
              </a:rPr>
              <a:t> links, you must use absolute paths when linking to resources on: </a:t>
            </a:r>
            <a:endParaRPr sz="3600">
              <a:solidFill>
                <a:srgbClr val="0A0A0A"/>
              </a:solidFill>
              <a:highlight>
                <a:srgbClr val="FFFFFF"/>
              </a:highlight>
              <a:latin typeface="Arial"/>
              <a:ea typeface="Arial"/>
              <a:cs typeface="Arial"/>
              <a:sym typeface="Arial"/>
            </a:endParaRPr>
          </a:p>
          <a:p>
            <a:pPr indent="-285750" lvl="0" marL="457200" rtl="0" algn="l">
              <a:lnSpc>
                <a:spcPct val="150000"/>
              </a:lnSpc>
              <a:spcBef>
                <a:spcPts val="1500"/>
              </a:spcBef>
              <a:spcAft>
                <a:spcPts val="0"/>
              </a:spcAft>
              <a:buClr>
                <a:srgbClr val="0A0A0A"/>
              </a:buClr>
              <a:buSzPct val="100000"/>
              <a:buFont typeface="Arial"/>
              <a:buChar char="●"/>
            </a:pPr>
            <a:r>
              <a:rPr lang="en" sz="3600">
                <a:solidFill>
                  <a:srgbClr val="0A0A0A"/>
                </a:solidFill>
                <a:highlight>
                  <a:srgbClr val="FFFFFF"/>
                </a:highlight>
                <a:latin typeface="Arial"/>
                <a:ea typeface="Arial"/>
                <a:cs typeface="Arial"/>
                <a:sym typeface="Arial"/>
              </a:rPr>
              <a:t>External Websites: When linking to content or assets on a different domain entirely, you need the complete, fixed address (e.g., </a:t>
            </a:r>
            <a:r>
              <a:rPr lang="en" sz="3600">
                <a:solidFill>
                  <a:srgbClr val="0A0A0A"/>
                </a:solidFill>
                <a:highlight>
                  <a:srgbClr val="F3F5F6"/>
                </a:highlight>
                <a:latin typeface="Roboto Mono"/>
                <a:ea typeface="Roboto Mono"/>
                <a:cs typeface="Roboto Mono"/>
                <a:sym typeface="Roboto Mono"/>
              </a:rPr>
              <a:t>www.google.com</a:t>
            </a:r>
            <a:r>
              <a:rPr lang="en" sz="3600">
                <a:solidFill>
                  <a:srgbClr val="0A0A0A"/>
                </a:solidFill>
                <a:highlight>
                  <a:srgbClr val="FFFFFF"/>
                </a:highlight>
                <a:latin typeface="Arial"/>
                <a:ea typeface="Arial"/>
                <a:cs typeface="Arial"/>
                <a:sym typeface="Arial"/>
              </a:rPr>
              <a:t>).</a:t>
            </a:r>
            <a:endParaRPr sz="3600">
              <a:solidFill>
                <a:srgbClr val="0A0A0A"/>
              </a:solidFill>
              <a:highlight>
                <a:srgbClr val="FFFFFF"/>
              </a:highlight>
              <a:latin typeface="Arial"/>
              <a:ea typeface="Arial"/>
              <a:cs typeface="Arial"/>
              <a:sym typeface="Arial"/>
            </a:endParaRPr>
          </a:p>
          <a:p>
            <a:pPr indent="-285750" lvl="0" marL="457200" rtl="0" algn="l">
              <a:lnSpc>
                <a:spcPct val="150000"/>
              </a:lnSpc>
              <a:spcBef>
                <a:spcPts val="0"/>
              </a:spcBef>
              <a:spcAft>
                <a:spcPts val="0"/>
              </a:spcAft>
              <a:buClr>
                <a:srgbClr val="0A0A0A"/>
              </a:buClr>
              <a:buSzPct val="100000"/>
              <a:buFont typeface="Arial"/>
              <a:buChar char="●"/>
            </a:pPr>
            <a:r>
              <a:rPr lang="en" sz="3600">
                <a:solidFill>
                  <a:srgbClr val="0A0A0A"/>
                </a:solidFill>
                <a:highlight>
                  <a:srgbClr val="FFFFFF"/>
                </a:highlight>
                <a:latin typeface="Arial"/>
                <a:ea typeface="Arial"/>
                <a:cs typeface="Arial"/>
                <a:sym typeface="Arial"/>
              </a:rPr>
              <a:t>Specific, Unchanging Locations: If a link </a:t>
            </a:r>
            <a:r>
              <a:rPr i="1" lang="en" sz="3600">
                <a:solidFill>
                  <a:srgbClr val="0A0A0A"/>
                </a:solidFill>
                <a:highlight>
                  <a:srgbClr val="FFFFFF"/>
                </a:highlight>
                <a:latin typeface="Arial"/>
                <a:ea typeface="Arial"/>
                <a:cs typeface="Arial"/>
                <a:sym typeface="Arial"/>
              </a:rPr>
              <a:t>must</a:t>
            </a:r>
            <a:r>
              <a:rPr lang="en" sz="3600">
                <a:solidFill>
                  <a:srgbClr val="0A0A0A"/>
                </a:solidFill>
                <a:highlight>
                  <a:srgbClr val="FFFFFF"/>
                </a:highlight>
                <a:latin typeface="Arial"/>
                <a:ea typeface="Arial"/>
                <a:cs typeface="Arial"/>
                <a:sym typeface="Arial"/>
              </a:rPr>
              <a:t> resolve to a fixed location regardless of the current page's position in the file hierarchy (which can also be achieved with root-relative paths, e.g., </a:t>
            </a:r>
            <a:r>
              <a:rPr lang="en" sz="3600">
                <a:solidFill>
                  <a:srgbClr val="0A0A0A"/>
                </a:solidFill>
                <a:highlight>
                  <a:srgbClr val="F3F5F6"/>
                </a:highlight>
                <a:latin typeface="Roboto Mono"/>
                <a:ea typeface="Roboto Mono"/>
                <a:cs typeface="Roboto Mono"/>
                <a:sym typeface="Roboto Mono"/>
              </a:rPr>
              <a:t>/images/logo.png</a:t>
            </a:r>
            <a:r>
              <a:rPr lang="en" sz="3600">
                <a:solidFill>
                  <a:srgbClr val="0A0A0A"/>
                </a:solidFill>
                <a:highlight>
                  <a:srgbClr val="FFFFFF"/>
                </a:highlight>
                <a:latin typeface="Arial"/>
                <a:ea typeface="Arial"/>
                <a:cs typeface="Arial"/>
                <a:sym typeface="Arial"/>
              </a:rPr>
              <a:t>), absolute paths provide an explicit guarantee. </a:t>
            </a:r>
            <a:endParaRPr sz="3600">
              <a:solidFill>
                <a:srgbClr val="0A0A0A"/>
              </a:solidFill>
              <a:highlight>
                <a:srgbClr val="FFFFFF"/>
              </a:highlight>
              <a:latin typeface="Arial"/>
              <a:ea typeface="Arial"/>
              <a:cs typeface="Arial"/>
              <a:sym typeface="Arial"/>
            </a:endParaRPr>
          </a:p>
          <a:p>
            <a:pPr indent="0" lvl="0" marL="0" rtl="0" algn="l">
              <a:lnSpc>
                <a:spcPct val="150000"/>
              </a:lnSpc>
              <a:spcBef>
                <a:spcPts val="2400"/>
              </a:spcBef>
              <a:spcAft>
                <a:spcPts val="0"/>
              </a:spcAft>
              <a:buClr>
                <a:schemeClr val="dk2"/>
              </a:buClr>
              <a:buSzPct val="30555"/>
              <a:buFont typeface="Arial"/>
              <a:buNone/>
            </a:pPr>
            <a:r>
              <a:rPr lang="en" sz="3600">
                <a:solidFill>
                  <a:srgbClr val="0A0A0A"/>
                </a:solidFill>
                <a:highlight>
                  <a:srgbClr val="FFFFFF"/>
                </a:highlight>
                <a:latin typeface="Arial"/>
                <a:ea typeface="Arial"/>
                <a:cs typeface="Arial"/>
                <a:sym typeface="Arial"/>
              </a:rPr>
              <a:t>In summary, best practice for linking files within your own project is to use relative paths for maximum portability and ease of development. </a:t>
            </a:r>
            <a:endParaRPr sz="3600">
              <a:solidFill>
                <a:srgbClr val="0A0A0A"/>
              </a:solidFill>
              <a:highlight>
                <a:srgbClr val="FFFFFF"/>
              </a:highlight>
              <a:latin typeface="Arial"/>
              <a:ea typeface="Arial"/>
              <a:cs typeface="Arial"/>
              <a:sym typeface="Arial"/>
            </a:endParaRPr>
          </a:p>
          <a:p>
            <a:pPr indent="0" lvl="0" marL="0" rtl="0" algn="l">
              <a:spcBef>
                <a:spcPts val="1500"/>
              </a:spcBef>
              <a:spcAft>
                <a:spcPts val="120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Writing Java Script Code.</a:t>
            </a:r>
            <a:endParaRPr/>
          </a:p>
        </p:txBody>
      </p:sp>
      <p:sp>
        <p:nvSpPr>
          <p:cNvPr id="210" name="Google Shape;210;p37"/>
          <p:cNvSpPr txBox="1"/>
          <p:nvPr>
            <p:ph idx="1" type="body"/>
          </p:nvPr>
        </p:nvSpPr>
        <p:spPr>
          <a:xfrm>
            <a:off x="311700" y="1234075"/>
            <a:ext cx="8520600" cy="33348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Things to keep in mind when writing js code.</a:t>
            </a:r>
            <a:endParaRPr/>
          </a:p>
          <a:p>
            <a:pPr indent="0" lvl="0" marL="0" rtl="0" algn="l">
              <a:spcBef>
                <a:spcPts val="1200"/>
              </a:spcBef>
              <a:spcAft>
                <a:spcPts val="0"/>
              </a:spcAft>
              <a:buNone/>
            </a:pPr>
            <a:r>
              <a:rPr lang="en"/>
              <a:t>Formatting the code, using the right indentation, </a:t>
            </a:r>
            <a:r>
              <a:rPr lang="en"/>
              <a:t>using</a:t>
            </a:r>
            <a:r>
              <a:rPr lang="en"/>
              <a:t> semi colons and using comments.</a:t>
            </a:r>
            <a:endParaRPr/>
          </a:p>
          <a:p>
            <a:pPr indent="0" lvl="0" marL="0" rtl="0" algn="l">
              <a:spcBef>
                <a:spcPts val="1200"/>
              </a:spcBef>
              <a:spcAft>
                <a:spcPts val="0"/>
              </a:spcAft>
              <a:buNone/>
            </a:pPr>
            <a:r>
              <a:rPr lang="en"/>
              <a:t>Formatting. Code needs to be formatted to enhance readability.</a:t>
            </a:r>
            <a:endParaRPr/>
          </a:p>
          <a:p>
            <a:pPr indent="0" lvl="0" marL="0" rtl="0" algn="l">
              <a:spcBef>
                <a:spcPts val="1200"/>
              </a:spcBef>
              <a:spcAft>
                <a:spcPts val="0"/>
              </a:spcAft>
              <a:buNone/>
            </a:pPr>
            <a:r>
              <a:rPr lang="en"/>
              <a:t>Key things to conside when formatting are - semi colons and indentations.</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2"/>
              </a:buClr>
              <a:buSzPct val="36666"/>
              <a:buFont typeface="Arial"/>
              <a:buNone/>
            </a:pPr>
            <a:r>
              <a:rPr lang="en"/>
              <a:t>Writing Java Script Code.</a:t>
            </a:r>
            <a:endParaRPr/>
          </a:p>
          <a:p>
            <a:pPr indent="0" lvl="0" marL="0" rtl="0" algn="l">
              <a:spcBef>
                <a:spcPts val="0"/>
              </a:spcBef>
              <a:spcAft>
                <a:spcPts val="0"/>
              </a:spcAft>
              <a:buNone/>
            </a:pPr>
            <a:r>
              <a:t/>
            </a:r>
            <a:endParaRPr/>
          </a:p>
        </p:txBody>
      </p:sp>
      <p:sp>
        <p:nvSpPr>
          <p:cNvPr id="216" name="Google Shape;216;p38"/>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Indentation and White Space.</a:t>
            </a:r>
            <a:endParaRPr/>
          </a:p>
          <a:p>
            <a:pPr indent="0" lvl="0" marL="0" rtl="0" algn="l">
              <a:spcBef>
                <a:spcPts val="1200"/>
              </a:spcBef>
              <a:spcAft>
                <a:spcPts val="0"/>
              </a:spcAft>
              <a:buNone/>
            </a:pPr>
            <a:r>
              <a:rPr lang="en"/>
              <a:t>When writing code often a line of code belongs to a certain code block.</a:t>
            </a:r>
            <a:endParaRPr/>
          </a:p>
          <a:p>
            <a:pPr indent="0" lvl="0" marL="0" rtl="0" algn="l">
              <a:spcBef>
                <a:spcPts val="1200"/>
              </a:spcBef>
              <a:spcAft>
                <a:spcPts val="0"/>
              </a:spcAft>
              <a:buNone/>
            </a:pPr>
            <a:r>
              <a:rPr lang="en"/>
              <a:t>This code is usually between curly brackets. {} or parent statement.</a:t>
            </a:r>
            <a:endParaRPr/>
          </a:p>
          <a:p>
            <a:pPr indent="0" lvl="0" marL="0" rtl="0" algn="l">
              <a:spcBef>
                <a:spcPts val="1200"/>
              </a:spcBef>
              <a:spcAft>
                <a:spcPts val="0"/>
              </a:spcAft>
              <a:buNone/>
            </a:pPr>
            <a:r>
              <a:rPr lang="en"/>
              <a:t>It is necessary to give your code some indentation to know what is part of the block and where a new block starts.</a:t>
            </a:r>
            <a:endParaRPr/>
          </a:p>
          <a:p>
            <a:pPr indent="0" lvl="0" marL="0" rtl="0" algn="l">
              <a:spcBef>
                <a:spcPts val="1200"/>
              </a:spcBef>
              <a:spcAft>
                <a:spcPts val="120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22" name="Google Shape;222;p39"/>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Code without new lines.</a:t>
            </a:r>
            <a:endParaRPr/>
          </a:p>
        </p:txBody>
      </p:sp>
      <p:pic>
        <p:nvPicPr>
          <p:cNvPr id="223" name="Google Shape;223;p39"/>
          <p:cNvPicPr preferRelativeResize="0"/>
          <p:nvPr/>
        </p:nvPicPr>
        <p:blipFill>
          <a:blip r:embed="rId3">
            <a:alphaModFix/>
          </a:blip>
          <a:stretch>
            <a:fillRect/>
          </a:stretch>
        </p:blipFill>
        <p:spPr>
          <a:xfrm>
            <a:off x="256775" y="1657825"/>
            <a:ext cx="8779551" cy="11321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29" name="Google Shape;229;p40"/>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Code with new lines but no indentation.</a:t>
            </a:r>
            <a:endParaRPr/>
          </a:p>
        </p:txBody>
      </p:sp>
      <p:pic>
        <p:nvPicPr>
          <p:cNvPr id="230" name="Google Shape;230;p40"/>
          <p:cNvPicPr preferRelativeResize="0"/>
          <p:nvPr/>
        </p:nvPicPr>
        <p:blipFill>
          <a:blip r:embed="rId3">
            <a:alphaModFix/>
          </a:blip>
          <a:stretch>
            <a:fillRect/>
          </a:stretch>
        </p:blipFill>
        <p:spPr>
          <a:xfrm>
            <a:off x="243525" y="2045800"/>
            <a:ext cx="8701700" cy="29190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Writing Java Script Code.</a:t>
            </a:r>
            <a:endParaRPr/>
          </a:p>
        </p:txBody>
      </p:sp>
      <p:sp>
        <p:nvSpPr>
          <p:cNvPr id="236" name="Google Shape;236;p41"/>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Code with indentations and new lines.</a:t>
            </a:r>
            <a:endParaRPr/>
          </a:p>
        </p:txBody>
      </p:sp>
      <p:pic>
        <p:nvPicPr>
          <p:cNvPr id="237" name="Google Shape;237;p41"/>
          <p:cNvPicPr preferRelativeResize="0"/>
          <p:nvPr/>
        </p:nvPicPr>
        <p:blipFill>
          <a:blip r:embed="rId3">
            <a:alphaModFix/>
          </a:blip>
          <a:stretch>
            <a:fillRect/>
          </a:stretch>
        </p:blipFill>
        <p:spPr>
          <a:xfrm>
            <a:off x="1706225" y="1585075"/>
            <a:ext cx="6200307" cy="333480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2"/>
          <p:cNvSpPr txBox="1"/>
          <p:nvPr>
            <p:ph type="ctrTitle"/>
          </p:nvPr>
        </p:nvSpPr>
        <p:spPr>
          <a:xfrm>
            <a:off x="344250" y="1403850"/>
            <a:ext cx="8455500" cy="2146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To be continued</a:t>
            </a:r>
            <a:endParaRPr/>
          </a:p>
        </p:txBody>
      </p:sp>
      <p:sp>
        <p:nvSpPr>
          <p:cNvPr id="243" name="Google Shape;243;p42"/>
          <p:cNvSpPr txBox="1"/>
          <p:nvPr>
            <p:ph idx="1" type="subTitle"/>
          </p:nvPr>
        </p:nvSpPr>
        <p:spPr>
          <a:xfrm>
            <a:off x="344250" y="3592050"/>
            <a:ext cx="4910100" cy="577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Thank you.</a:t>
            </a:r>
            <a:endParaRPr/>
          </a:p>
        </p:txBody>
      </p:sp>
      <p:sp>
        <p:nvSpPr>
          <p:cNvPr id="244" name="Google Shape;244;p42"/>
          <p:cNvSpPr txBox="1"/>
          <p:nvPr/>
        </p:nvSpPr>
        <p:spPr>
          <a:xfrm>
            <a:off x="2741550" y="4538875"/>
            <a:ext cx="5425200" cy="67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Playfair Display"/>
                <a:ea typeface="Playfair Display"/>
                <a:cs typeface="Playfair Display"/>
                <a:sym typeface="Playfair Display"/>
              </a:rPr>
              <a:t>Copyright: </a:t>
            </a:r>
            <a:r>
              <a:rPr lang="en" sz="1800">
                <a:solidFill>
                  <a:schemeClr val="lt1"/>
                </a:solidFill>
                <a:latin typeface="Playfair Display"/>
                <a:ea typeface="Playfair Display"/>
                <a:cs typeface="Playfair Display"/>
                <a:sym typeface="Playfair Display"/>
              </a:rPr>
              <a:t>Immortal Connect Technologies </a:t>
            </a:r>
            <a:endParaRPr sz="1800">
              <a:solidFill>
                <a:schemeClr val="lt1"/>
              </a:solidFill>
              <a:latin typeface="Playfair Display"/>
              <a:ea typeface="Playfair Display"/>
              <a:cs typeface="Playfair Display"/>
              <a:sym typeface="Playfair Display"/>
            </a:endParaRPr>
          </a:p>
          <a:p>
            <a:pPr indent="457200" lvl="0" marL="1371600" rtl="0" algn="l">
              <a:spcBef>
                <a:spcPts val="0"/>
              </a:spcBef>
              <a:spcAft>
                <a:spcPts val="0"/>
              </a:spcAft>
              <a:buNone/>
            </a:pPr>
            <a:r>
              <a:rPr lang="en" sz="1800">
                <a:solidFill>
                  <a:schemeClr val="lt1"/>
                </a:solidFill>
                <a:latin typeface="Playfair Display"/>
                <a:ea typeface="Playfair Display"/>
                <a:cs typeface="Playfair Display"/>
                <a:sym typeface="Playfair Display"/>
              </a:rPr>
              <a:t>2026</a:t>
            </a:r>
            <a:endParaRPr sz="1800">
              <a:solidFill>
                <a:schemeClr val="lt1"/>
              </a:solidFill>
              <a:latin typeface="Playfair Display"/>
              <a:ea typeface="Playfair Display"/>
              <a:cs typeface="Playfair Display"/>
              <a:sym typeface="Playfair Display"/>
            </a:endParaRPr>
          </a:p>
          <a:p>
            <a:pPr indent="0" lvl="0" marL="0" rtl="0" algn="l">
              <a:spcBef>
                <a:spcPts val="0"/>
              </a:spcBef>
              <a:spcAft>
                <a:spcPts val="0"/>
              </a:spcAft>
              <a:buNone/>
            </a:pPr>
            <a:r>
              <a:t/>
            </a:r>
            <a:endParaRPr sz="1800">
              <a:solidFill>
                <a:schemeClr val="lt1"/>
              </a:solidFill>
              <a:latin typeface="Playfair Display"/>
              <a:ea typeface="Playfair Display"/>
              <a:cs typeface="Playfair Display"/>
              <a:sym typeface="Playfair Display"/>
            </a:endParaRPr>
          </a:p>
          <a:p>
            <a:pPr indent="0" lvl="0" marL="0" rtl="0" algn="l">
              <a:spcBef>
                <a:spcPts val="0"/>
              </a:spcBef>
              <a:spcAft>
                <a:spcPts val="0"/>
              </a:spcAft>
              <a:buNone/>
            </a:pPr>
            <a:r>
              <a:rPr lang="en" sz="1800">
                <a:solidFill>
                  <a:schemeClr val="lt1"/>
                </a:solidFill>
                <a:latin typeface="Playfair Display"/>
                <a:ea typeface="Playfair Display"/>
                <a:cs typeface="Playfair Display"/>
                <a:sym typeface="Playfair Display"/>
              </a:rPr>
              <a:t>jj</a:t>
            </a:r>
            <a:endParaRPr sz="1800">
              <a:solidFill>
                <a:schemeClr val="lt1"/>
              </a:solidFill>
              <a:latin typeface="Playfair Display"/>
              <a:ea typeface="Playfair Display"/>
              <a:cs typeface="Playfair Display"/>
              <a:sym typeface="Playfair Display"/>
            </a:endParaRPr>
          </a:p>
          <a:p>
            <a:pPr indent="0" lvl="0" marL="0" rtl="0" algn="l">
              <a:spcBef>
                <a:spcPts val="0"/>
              </a:spcBef>
              <a:spcAft>
                <a:spcPts val="0"/>
              </a:spcAft>
              <a:buNone/>
            </a:pPr>
            <a:r>
              <a:t/>
            </a:r>
            <a:endParaRPr sz="1800">
              <a:solidFill>
                <a:schemeClr val="lt1"/>
              </a:solidFill>
              <a:latin typeface="Playfair Display"/>
              <a:ea typeface="Playfair Display"/>
              <a:cs typeface="Playfair Display"/>
              <a:sym typeface="Playfair Display"/>
            </a:endParaRPr>
          </a:p>
          <a:p>
            <a:pPr indent="0" lvl="0" marL="0" rtl="0" algn="l">
              <a:spcBef>
                <a:spcPts val="0"/>
              </a:spcBef>
              <a:spcAft>
                <a:spcPts val="0"/>
              </a:spcAft>
              <a:buNone/>
            </a:pPr>
            <a:r>
              <a:t/>
            </a:r>
            <a:endParaRPr sz="1800">
              <a:solidFill>
                <a:schemeClr val="lt1"/>
              </a:solidFill>
              <a:latin typeface="Playfair Display"/>
              <a:ea typeface="Playfair Display"/>
              <a:cs typeface="Playfair Display"/>
              <a:sym typeface="Playfair Display"/>
            </a:endParaRPr>
          </a:p>
        </p:txBody>
      </p:sp>
    </p:spTree>
  </p:cSld>
  <p:clrMapOvr>
    <a:masterClrMapping/>
  </p:clrMapOvr>
</p:sld>
</file>

<file path=ppt/theme/theme1.xml><?xml version="1.0" encoding="utf-8"?>
<a:theme xmlns:a="http://schemas.openxmlformats.org/drawingml/2006/main" xmlns:r="http://schemas.openxmlformats.org/officeDocument/2006/relationships" name="Pop">
  <a:themeElements>
    <a:clrScheme name="Pop">
      <a:dk1>
        <a:srgbClr val="F8E71C"/>
      </a:dk1>
      <a:lt1>
        <a:srgbClr val="FFFFFF"/>
      </a:lt1>
      <a:dk2>
        <a:srgbClr val="000000"/>
      </a:dk2>
      <a:lt2>
        <a:srgbClr val="D9D9D9"/>
      </a:lt2>
      <a:accent1>
        <a:srgbClr val="666666"/>
      </a:accent1>
      <a:accent2>
        <a:srgbClr val="483165"/>
      </a:accent2>
      <a:accent3>
        <a:srgbClr val="EB1E95"/>
      </a:accent3>
      <a:accent4>
        <a:srgbClr val="01AFD1"/>
      </a:accent4>
      <a:accent5>
        <a:srgbClr val="0F9D58"/>
      </a:accent5>
      <a:accent6>
        <a:srgbClr val="9C27B0"/>
      </a:accent6>
      <a:hlink>
        <a:srgbClr val="0F9D58"/>
      </a:hlink>
      <a:folHlink>
        <a:srgbClr val="0F9D5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